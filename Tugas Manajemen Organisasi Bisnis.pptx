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9" d="100"/>
          <a:sy n="69" d="100"/>
        </p:scale>
        <p:origin x="56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5156524-AB74-4152-B371-3B97A94B04EE}" type="doc">
      <dgm:prSet loTypeId="urn:microsoft.com/office/officeart/2008/layout/VerticalAccentList" loCatId="list" qsTypeId="urn:microsoft.com/office/officeart/2005/8/quickstyle/simple1" qsCatId="simple" csTypeId="urn:microsoft.com/office/officeart/2005/8/colors/accent1_2" csCatId="accent1"/>
      <dgm:spPr/>
      <dgm:t>
        <a:bodyPr/>
        <a:lstStyle/>
        <a:p>
          <a:endParaRPr lang="en-US"/>
        </a:p>
      </dgm:t>
    </dgm:pt>
    <dgm:pt modelId="{1CDF99BD-4063-47BF-B516-EFB25BA684EA}">
      <dgm:prSet/>
      <dgm:spPr/>
      <dgm:t>
        <a:bodyPr/>
        <a:lstStyle/>
        <a:p>
          <a:pPr rtl="0"/>
          <a:r>
            <a:rPr lang="id-ID" b="1" dirty="0" smtClean="0">
              <a:solidFill>
                <a:schemeClr val="accent2">
                  <a:lumMod val="75000"/>
                </a:schemeClr>
              </a:solidFill>
              <a:latin typeface="Bernard MT Condensed" panose="02050806060905020404" pitchFamily="18" charset="0"/>
            </a:rPr>
            <a:t>Identifikasi Daerah Saya (Dataran Rendah)</a:t>
          </a:r>
          <a:endParaRPr lang="en-US" b="1" dirty="0">
            <a:solidFill>
              <a:schemeClr val="accent2">
                <a:lumMod val="75000"/>
              </a:schemeClr>
            </a:solidFill>
            <a:latin typeface="Bernard MT Condensed" panose="02050806060905020404" pitchFamily="18" charset="0"/>
          </a:endParaRPr>
        </a:p>
      </dgm:t>
    </dgm:pt>
    <dgm:pt modelId="{C7FEEB5C-891C-43FE-B8D4-B58EA6B1BF60}" type="parTrans" cxnId="{6BC4C857-2625-4605-BE46-8FBB640E41DB}">
      <dgm:prSet/>
      <dgm:spPr/>
      <dgm:t>
        <a:bodyPr/>
        <a:lstStyle/>
        <a:p>
          <a:endParaRPr lang="en-US"/>
        </a:p>
      </dgm:t>
    </dgm:pt>
    <dgm:pt modelId="{FBCDAAB4-CB0B-4712-9F13-F917DE57E2F0}" type="sibTrans" cxnId="{6BC4C857-2625-4605-BE46-8FBB640E41DB}">
      <dgm:prSet/>
      <dgm:spPr/>
      <dgm:t>
        <a:bodyPr/>
        <a:lstStyle/>
        <a:p>
          <a:endParaRPr lang="en-US"/>
        </a:p>
      </dgm:t>
    </dgm:pt>
    <dgm:pt modelId="{8280D746-0C97-43B9-AB8D-96C129EF9F1B}" type="pres">
      <dgm:prSet presAssocID="{25156524-AB74-4152-B371-3B97A94B04EE}" presName="Name0" presStyleCnt="0">
        <dgm:presLayoutVars>
          <dgm:chMax/>
          <dgm:chPref/>
          <dgm:dir/>
        </dgm:presLayoutVars>
      </dgm:prSet>
      <dgm:spPr/>
      <dgm:t>
        <a:bodyPr/>
        <a:lstStyle/>
        <a:p>
          <a:endParaRPr lang="en-US"/>
        </a:p>
      </dgm:t>
    </dgm:pt>
    <dgm:pt modelId="{3805D10E-1868-4C02-B619-98043FF80984}" type="pres">
      <dgm:prSet presAssocID="{1CDF99BD-4063-47BF-B516-EFB25BA684EA}" presName="parenttextcomposite" presStyleCnt="0"/>
      <dgm:spPr/>
    </dgm:pt>
    <dgm:pt modelId="{88A5825C-1296-42AD-8091-E317C62B3370}" type="pres">
      <dgm:prSet presAssocID="{1CDF99BD-4063-47BF-B516-EFB25BA684EA}" presName="parenttext" presStyleLbl="revTx" presStyleIdx="0" presStyleCnt="1">
        <dgm:presLayoutVars>
          <dgm:chMax/>
          <dgm:chPref val="2"/>
          <dgm:bulletEnabled val="1"/>
        </dgm:presLayoutVars>
      </dgm:prSet>
      <dgm:spPr/>
      <dgm:t>
        <a:bodyPr/>
        <a:lstStyle/>
        <a:p>
          <a:endParaRPr lang="en-US"/>
        </a:p>
      </dgm:t>
    </dgm:pt>
    <dgm:pt modelId="{81A3C352-ECCC-4ACD-982C-C4F6ECE193C3}" type="pres">
      <dgm:prSet presAssocID="{1CDF99BD-4063-47BF-B516-EFB25BA684EA}" presName="parallelogramComposite" presStyleCnt="0"/>
      <dgm:spPr/>
    </dgm:pt>
    <dgm:pt modelId="{98F9EF8D-3B78-42E7-B0D5-E6A99B371FD5}" type="pres">
      <dgm:prSet presAssocID="{1CDF99BD-4063-47BF-B516-EFB25BA684EA}" presName="parallelogram1" presStyleLbl="alignNode1" presStyleIdx="0" presStyleCnt="7"/>
      <dgm:spPr/>
    </dgm:pt>
    <dgm:pt modelId="{3CCCF79C-FA1E-4A48-8C32-7BDEF102A345}" type="pres">
      <dgm:prSet presAssocID="{1CDF99BD-4063-47BF-B516-EFB25BA684EA}" presName="parallelogram2" presStyleLbl="alignNode1" presStyleIdx="1" presStyleCnt="7"/>
      <dgm:spPr/>
    </dgm:pt>
    <dgm:pt modelId="{605994D0-15A2-4962-B822-C73B74271482}" type="pres">
      <dgm:prSet presAssocID="{1CDF99BD-4063-47BF-B516-EFB25BA684EA}" presName="parallelogram3" presStyleLbl="alignNode1" presStyleIdx="2" presStyleCnt="7"/>
      <dgm:spPr/>
    </dgm:pt>
    <dgm:pt modelId="{BC918CB6-2A4F-4FF8-AB2A-AD55CD966963}" type="pres">
      <dgm:prSet presAssocID="{1CDF99BD-4063-47BF-B516-EFB25BA684EA}" presName="parallelogram4" presStyleLbl="alignNode1" presStyleIdx="3" presStyleCnt="7"/>
      <dgm:spPr/>
    </dgm:pt>
    <dgm:pt modelId="{FB6A6CC5-5D4F-46C8-A229-CD775F7CE543}" type="pres">
      <dgm:prSet presAssocID="{1CDF99BD-4063-47BF-B516-EFB25BA684EA}" presName="parallelogram5" presStyleLbl="alignNode1" presStyleIdx="4" presStyleCnt="7"/>
      <dgm:spPr/>
    </dgm:pt>
    <dgm:pt modelId="{B152F924-0510-4836-95AB-6D8FB52A64FA}" type="pres">
      <dgm:prSet presAssocID="{1CDF99BD-4063-47BF-B516-EFB25BA684EA}" presName="parallelogram6" presStyleLbl="alignNode1" presStyleIdx="5" presStyleCnt="7"/>
      <dgm:spPr/>
    </dgm:pt>
    <dgm:pt modelId="{D5A3E91E-320C-49C9-AF85-B6C6F0144498}" type="pres">
      <dgm:prSet presAssocID="{1CDF99BD-4063-47BF-B516-EFB25BA684EA}" presName="parallelogram7" presStyleLbl="alignNode1" presStyleIdx="6" presStyleCnt="7"/>
      <dgm:spPr/>
    </dgm:pt>
  </dgm:ptLst>
  <dgm:cxnLst>
    <dgm:cxn modelId="{6BC4C857-2625-4605-BE46-8FBB640E41DB}" srcId="{25156524-AB74-4152-B371-3B97A94B04EE}" destId="{1CDF99BD-4063-47BF-B516-EFB25BA684EA}" srcOrd="0" destOrd="0" parTransId="{C7FEEB5C-891C-43FE-B8D4-B58EA6B1BF60}" sibTransId="{FBCDAAB4-CB0B-4712-9F13-F917DE57E2F0}"/>
    <dgm:cxn modelId="{B19E3E18-02F9-48D2-91B1-C4A741A90E6D}" type="presOf" srcId="{25156524-AB74-4152-B371-3B97A94B04EE}" destId="{8280D746-0C97-43B9-AB8D-96C129EF9F1B}" srcOrd="0" destOrd="0" presId="urn:microsoft.com/office/officeart/2008/layout/VerticalAccentList"/>
    <dgm:cxn modelId="{D0770FF2-8FAC-4F8D-AE04-9E0895CC9B77}" type="presOf" srcId="{1CDF99BD-4063-47BF-B516-EFB25BA684EA}" destId="{88A5825C-1296-42AD-8091-E317C62B3370}" srcOrd="0" destOrd="0" presId="urn:microsoft.com/office/officeart/2008/layout/VerticalAccentList"/>
    <dgm:cxn modelId="{A5C285A4-852C-4393-BF9E-E64C2F5C06A4}" type="presParOf" srcId="{8280D746-0C97-43B9-AB8D-96C129EF9F1B}" destId="{3805D10E-1868-4C02-B619-98043FF80984}" srcOrd="0" destOrd="0" presId="urn:microsoft.com/office/officeart/2008/layout/VerticalAccentList"/>
    <dgm:cxn modelId="{B4A2370C-E802-46C4-AA74-54A78B1E651C}" type="presParOf" srcId="{3805D10E-1868-4C02-B619-98043FF80984}" destId="{88A5825C-1296-42AD-8091-E317C62B3370}" srcOrd="0" destOrd="0" presId="urn:microsoft.com/office/officeart/2008/layout/VerticalAccentList"/>
    <dgm:cxn modelId="{440A118B-1498-4421-8E60-7B4879EA795E}" type="presParOf" srcId="{8280D746-0C97-43B9-AB8D-96C129EF9F1B}" destId="{81A3C352-ECCC-4ACD-982C-C4F6ECE193C3}" srcOrd="1" destOrd="0" presId="urn:microsoft.com/office/officeart/2008/layout/VerticalAccentList"/>
    <dgm:cxn modelId="{D3B8BD83-1AC2-4B55-9BD2-9F197FA8C356}" type="presParOf" srcId="{81A3C352-ECCC-4ACD-982C-C4F6ECE193C3}" destId="{98F9EF8D-3B78-42E7-B0D5-E6A99B371FD5}" srcOrd="0" destOrd="0" presId="urn:microsoft.com/office/officeart/2008/layout/VerticalAccentList"/>
    <dgm:cxn modelId="{8097D080-1E80-404A-9536-6BDCF007C14B}" type="presParOf" srcId="{81A3C352-ECCC-4ACD-982C-C4F6ECE193C3}" destId="{3CCCF79C-FA1E-4A48-8C32-7BDEF102A345}" srcOrd="1" destOrd="0" presId="urn:microsoft.com/office/officeart/2008/layout/VerticalAccentList"/>
    <dgm:cxn modelId="{391A4575-189B-4299-ABD5-5ACE98DB48AB}" type="presParOf" srcId="{81A3C352-ECCC-4ACD-982C-C4F6ECE193C3}" destId="{605994D0-15A2-4962-B822-C73B74271482}" srcOrd="2" destOrd="0" presId="urn:microsoft.com/office/officeart/2008/layout/VerticalAccentList"/>
    <dgm:cxn modelId="{16BB5446-81A6-4E2A-9C29-37E5C420CC94}" type="presParOf" srcId="{81A3C352-ECCC-4ACD-982C-C4F6ECE193C3}" destId="{BC918CB6-2A4F-4FF8-AB2A-AD55CD966963}" srcOrd="3" destOrd="0" presId="urn:microsoft.com/office/officeart/2008/layout/VerticalAccentList"/>
    <dgm:cxn modelId="{47580628-05DA-4063-9130-187D86EC88BF}" type="presParOf" srcId="{81A3C352-ECCC-4ACD-982C-C4F6ECE193C3}" destId="{FB6A6CC5-5D4F-46C8-A229-CD775F7CE543}" srcOrd="4" destOrd="0" presId="urn:microsoft.com/office/officeart/2008/layout/VerticalAccentList"/>
    <dgm:cxn modelId="{7BEE40EF-AE90-4A6E-BE3B-15EAE8AD5388}" type="presParOf" srcId="{81A3C352-ECCC-4ACD-982C-C4F6ECE193C3}" destId="{B152F924-0510-4836-95AB-6D8FB52A64FA}" srcOrd="5" destOrd="0" presId="urn:microsoft.com/office/officeart/2008/layout/VerticalAccentList"/>
    <dgm:cxn modelId="{5CE29D5C-5ACB-4796-883A-50F57152BA93}" type="presParOf" srcId="{81A3C352-ECCC-4ACD-982C-C4F6ECE193C3}" destId="{D5A3E91E-320C-49C9-AF85-B6C6F0144498}" srcOrd="6" destOrd="0" presId="urn:microsoft.com/office/officeart/2008/layout/VerticalAccen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4B389EA-A833-4EA0-A90C-3D65D243C6B2}"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US"/>
        </a:p>
      </dgm:t>
    </dgm:pt>
    <dgm:pt modelId="{EC842973-90AA-45DB-9CEF-B4E6F58A8F41}">
      <dgm:prSet/>
      <dgm:spPr/>
      <dgm:t>
        <a:bodyPr/>
        <a:lstStyle/>
        <a:p>
          <a:pPr rtl="0"/>
          <a:r>
            <a:rPr lang="id-ID" b="1" dirty="0" smtClean="0"/>
            <a:t>Pengembangan Agroindustri Skala Kecil (Pengolahan Hasil Pertanian)</a:t>
          </a:r>
          <a:endParaRPr lang="en-US" dirty="0"/>
        </a:p>
      </dgm:t>
    </dgm:pt>
    <dgm:pt modelId="{32090411-0C55-4FB7-815A-57D33A4B9E51}" type="parTrans" cxnId="{98B0329B-595D-4DE3-8017-15F6F9B5BEA5}">
      <dgm:prSet/>
      <dgm:spPr/>
      <dgm:t>
        <a:bodyPr/>
        <a:lstStyle/>
        <a:p>
          <a:endParaRPr lang="en-US"/>
        </a:p>
      </dgm:t>
    </dgm:pt>
    <dgm:pt modelId="{3DA7FCF1-A2B0-41EA-BFB8-96BBB3A9EA86}" type="sibTrans" cxnId="{98B0329B-595D-4DE3-8017-15F6F9B5BEA5}">
      <dgm:prSet/>
      <dgm:spPr/>
      <dgm:t>
        <a:bodyPr/>
        <a:lstStyle/>
        <a:p>
          <a:endParaRPr lang="en-US"/>
        </a:p>
      </dgm:t>
    </dgm:pt>
    <dgm:pt modelId="{78672A9C-EFD2-4A81-9806-C3506EA9F888}" type="pres">
      <dgm:prSet presAssocID="{24B389EA-A833-4EA0-A90C-3D65D243C6B2}" presName="CompostProcess" presStyleCnt="0">
        <dgm:presLayoutVars>
          <dgm:dir/>
          <dgm:resizeHandles val="exact"/>
        </dgm:presLayoutVars>
      </dgm:prSet>
      <dgm:spPr/>
      <dgm:t>
        <a:bodyPr/>
        <a:lstStyle/>
        <a:p>
          <a:endParaRPr lang="en-US"/>
        </a:p>
      </dgm:t>
    </dgm:pt>
    <dgm:pt modelId="{2FC66961-769D-4E44-9FEF-77BCD232D738}" type="pres">
      <dgm:prSet presAssocID="{24B389EA-A833-4EA0-A90C-3D65D243C6B2}" presName="arrow" presStyleLbl="bgShp" presStyleIdx="0" presStyleCnt="1"/>
      <dgm:spPr/>
    </dgm:pt>
    <dgm:pt modelId="{66B1FC1E-AF70-44B2-BFF0-DC1DA4FB1484}" type="pres">
      <dgm:prSet presAssocID="{24B389EA-A833-4EA0-A90C-3D65D243C6B2}" presName="linearProcess" presStyleCnt="0"/>
      <dgm:spPr/>
    </dgm:pt>
    <dgm:pt modelId="{D12003BA-5499-4B9D-A171-6302510EC702}" type="pres">
      <dgm:prSet presAssocID="{EC842973-90AA-45DB-9CEF-B4E6F58A8F41}" presName="textNode" presStyleLbl="node1" presStyleIdx="0" presStyleCnt="1">
        <dgm:presLayoutVars>
          <dgm:bulletEnabled val="1"/>
        </dgm:presLayoutVars>
      </dgm:prSet>
      <dgm:spPr/>
      <dgm:t>
        <a:bodyPr/>
        <a:lstStyle/>
        <a:p>
          <a:endParaRPr lang="en-US"/>
        </a:p>
      </dgm:t>
    </dgm:pt>
  </dgm:ptLst>
  <dgm:cxnLst>
    <dgm:cxn modelId="{D7C551B8-38FE-4A1E-B831-565AEC4EECC3}" type="presOf" srcId="{24B389EA-A833-4EA0-A90C-3D65D243C6B2}" destId="{78672A9C-EFD2-4A81-9806-C3506EA9F888}" srcOrd="0" destOrd="0" presId="urn:microsoft.com/office/officeart/2005/8/layout/hProcess9"/>
    <dgm:cxn modelId="{1B50BE64-8E3F-40B1-80BE-9A530215D4F0}" type="presOf" srcId="{EC842973-90AA-45DB-9CEF-B4E6F58A8F41}" destId="{D12003BA-5499-4B9D-A171-6302510EC702}" srcOrd="0" destOrd="0" presId="urn:microsoft.com/office/officeart/2005/8/layout/hProcess9"/>
    <dgm:cxn modelId="{98B0329B-595D-4DE3-8017-15F6F9B5BEA5}" srcId="{24B389EA-A833-4EA0-A90C-3D65D243C6B2}" destId="{EC842973-90AA-45DB-9CEF-B4E6F58A8F41}" srcOrd="0" destOrd="0" parTransId="{32090411-0C55-4FB7-815A-57D33A4B9E51}" sibTransId="{3DA7FCF1-A2B0-41EA-BFB8-96BBB3A9EA86}"/>
    <dgm:cxn modelId="{C50FFA90-7AD3-49B1-889E-9BA5760D58D3}" type="presParOf" srcId="{78672A9C-EFD2-4A81-9806-C3506EA9F888}" destId="{2FC66961-769D-4E44-9FEF-77BCD232D738}" srcOrd="0" destOrd="0" presId="urn:microsoft.com/office/officeart/2005/8/layout/hProcess9"/>
    <dgm:cxn modelId="{0CABB56A-C34D-4341-8DFB-7BE3FA54254E}" type="presParOf" srcId="{78672A9C-EFD2-4A81-9806-C3506EA9F888}" destId="{66B1FC1E-AF70-44B2-BFF0-DC1DA4FB1484}" srcOrd="1" destOrd="0" presId="urn:microsoft.com/office/officeart/2005/8/layout/hProcess9"/>
    <dgm:cxn modelId="{5B7DDA9C-E1FD-4722-BCA7-F286776809A3}" type="presParOf" srcId="{66B1FC1E-AF70-44B2-BFF0-DC1DA4FB1484}" destId="{D12003BA-5499-4B9D-A171-6302510EC702}" srcOrd="0"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6EA5248-2312-4BCB-BEEF-60AF68A6D6A6}" type="doc">
      <dgm:prSet loTypeId="urn:microsoft.com/office/officeart/2005/8/layout/chevron2" loCatId="process" qsTypeId="urn:microsoft.com/office/officeart/2005/8/quickstyle/simple1" qsCatId="simple" csTypeId="urn:microsoft.com/office/officeart/2005/8/colors/accent1_2" csCatId="accent1"/>
      <dgm:spPr/>
      <dgm:t>
        <a:bodyPr/>
        <a:lstStyle/>
        <a:p>
          <a:endParaRPr lang="en-US"/>
        </a:p>
      </dgm:t>
    </dgm:pt>
    <dgm:pt modelId="{2FB39911-6B35-484C-996B-E52BB44510B9}">
      <dgm:prSet/>
      <dgm:spPr/>
      <dgm:t>
        <a:bodyPr/>
        <a:lstStyle/>
        <a:p>
          <a:pPr rtl="0"/>
          <a:r>
            <a:rPr lang="id-ID" b="1" smtClean="0"/>
            <a:t>Struktur Navigasi Utama</a:t>
          </a:r>
          <a:endParaRPr lang="en-US"/>
        </a:p>
      </dgm:t>
    </dgm:pt>
    <dgm:pt modelId="{8EBA3EBD-6DE5-46BE-B232-691AFE8099CA}" type="parTrans" cxnId="{E0C80B44-BA01-47CB-8C99-442794A3D35E}">
      <dgm:prSet/>
      <dgm:spPr/>
      <dgm:t>
        <a:bodyPr/>
        <a:lstStyle/>
        <a:p>
          <a:endParaRPr lang="en-US"/>
        </a:p>
      </dgm:t>
    </dgm:pt>
    <dgm:pt modelId="{7599D97C-6FE7-4CE3-B259-51FC85B4707A}" type="sibTrans" cxnId="{E0C80B44-BA01-47CB-8C99-442794A3D35E}">
      <dgm:prSet/>
      <dgm:spPr/>
      <dgm:t>
        <a:bodyPr/>
        <a:lstStyle/>
        <a:p>
          <a:endParaRPr lang="en-US"/>
        </a:p>
      </dgm:t>
    </dgm:pt>
    <dgm:pt modelId="{A5AE26D7-DA97-4EBE-9AE6-06EFB44F31D6}">
      <dgm:prSet/>
      <dgm:spPr/>
      <dgm:t>
        <a:bodyPr/>
        <a:lstStyle/>
        <a:p>
          <a:pPr rtl="0"/>
          <a:r>
            <a:rPr lang="id-ID" b="1" smtClean="0"/>
            <a:t>Logo Desa Galung Tuluk</a:t>
          </a:r>
          <a:endParaRPr lang="en-US"/>
        </a:p>
      </dgm:t>
    </dgm:pt>
    <dgm:pt modelId="{49BDAB55-85F6-4F2E-897B-8C8189E43469}" type="parTrans" cxnId="{01A8D404-B0E1-4876-8EC4-A82365F75B42}">
      <dgm:prSet/>
      <dgm:spPr/>
      <dgm:t>
        <a:bodyPr/>
        <a:lstStyle/>
        <a:p>
          <a:endParaRPr lang="en-US"/>
        </a:p>
      </dgm:t>
    </dgm:pt>
    <dgm:pt modelId="{8561C0DC-68B0-4BD7-BEC5-3046EC265C48}" type="sibTrans" cxnId="{01A8D404-B0E1-4876-8EC4-A82365F75B42}">
      <dgm:prSet/>
      <dgm:spPr/>
      <dgm:t>
        <a:bodyPr/>
        <a:lstStyle/>
        <a:p>
          <a:endParaRPr lang="en-US"/>
        </a:p>
      </dgm:t>
    </dgm:pt>
    <dgm:pt modelId="{0B218FFC-BE37-4F3E-8060-F6F94CF26C11}">
      <dgm:prSet/>
      <dgm:spPr/>
      <dgm:t>
        <a:bodyPr/>
        <a:lstStyle/>
        <a:p>
          <a:pPr rtl="0"/>
          <a:r>
            <a:rPr lang="id-ID" b="1" smtClean="0"/>
            <a:t>Beranda</a:t>
          </a:r>
          <a:endParaRPr lang="en-US"/>
        </a:p>
      </dgm:t>
    </dgm:pt>
    <dgm:pt modelId="{02C46B11-14AE-4C89-93CB-2AD20D059F42}" type="parTrans" cxnId="{E92B6A67-16A3-48DA-BA89-AAD0DB74D385}">
      <dgm:prSet/>
      <dgm:spPr/>
      <dgm:t>
        <a:bodyPr/>
        <a:lstStyle/>
        <a:p>
          <a:endParaRPr lang="en-US"/>
        </a:p>
      </dgm:t>
    </dgm:pt>
    <dgm:pt modelId="{73A34E8D-3974-4A53-8C66-681B33E6DB44}" type="sibTrans" cxnId="{E92B6A67-16A3-48DA-BA89-AAD0DB74D385}">
      <dgm:prSet/>
      <dgm:spPr/>
      <dgm:t>
        <a:bodyPr/>
        <a:lstStyle/>
        <a:p>
          <a:endParaRPr lang="en-US"/>
        </a:p>
      </dgm:t>
    </dgm:pt>
    <dgm:pt modelId="{21619CE0-E2E9-4D24-BA70-A06C724EB65A}">
      <dgm:prSet/>
      <dgm:spPr/>
      <dgm:t>
        <a:bodyPr/>
        <a:lstStyle/>
        <a:p>
          <a:pPr rtl="0"/>
          <a:r>
            <a:rPr lang="id-ID" b="1" smtClean="0"/>
            <a:t>Produk Unggulan (Agrowisata)</a:t>
          </a:r>
          <a:endParaRPr lang="en-US"/>
        </a:p>
      </dgm:t>
    </dgm:pt>
    <dgm:pt modelId="{83B3FC3B-02BE-4D15-A9AE-E09A9B847FED}" type="parTrans" cxnId="{7A8E7B4C-3127-4862-B7D6-1605795CF0DC}">
      <dgm:prSet/>
      <dgm:spPr/>
      <dgm:t>
        <a:bodyPr/>
        <a:lstStyle/>
        <a:p>
          <a:endParaRPr lang="en-US"/>
        </a:p>
      </dgm:t>
    </dgm:pt>
    <dgm:pt modelId="{2A2397E2-E2FB-43DE-90C5-1B94952A7068}" type="sibTrans" cxnId="{7A8E7B4C-3127-4862-B7D6-1605795CF0DC}">
      <dgm:prSet/>
      <dgm:spPr/>
      <dgm:t>
        <a:bodyPr/>
        <a:lstStyle/>
        <a:p>
          <a:endParaRPr lang="en-US"/>
        </a:p>
      </dgm:t>
    </dgm:pt>
    <dgm:pt modelId="{1B9D122F-24F6-45D8-A36E-7EB7636AD326}">
      <dgm:prSet/>
      <dgm:spPr/>
      <dgm:t>
        <a:bodyPr/>
        <a:lstStyle/>
        <a:p>
          <a:pPr rtl="0"/>
          <a:r>
            <a:rPr lang="id-ID" b="1" smtClean="0"/>
            <a:t>Tentang Kami</a:t>
          </a:r>
          <a:endParaRPr lang="en-US"/>
        </a:p>
      </dgm:t>
    </dgm:pt>
    <dgm:pt modelId="{3D28764D-9CF1-4B74-AB22-A27CB3FACF6E}" type="parTrans" cxnId="{585A3A6F-6094-4BF4-BF31-40E1B092DDE6}">
      <dgm:prSet/>
      <dgm:spPr/>
      <dgm:t>
        <a:bodyPr/>
        <a:lstStyle/>
        <a:p>
          <a:endParaRPr lang="en-US"/>
        </a:p>
      </dgm:t>
    </dgm:pt>
    <dgm:pt modelId="{8CF05D30-9345-40AE-9697-903D948E71AC}" type="sibTrans" cxnId="{585A3A6F-6094-4BF4-BF31-40E1B092DDE6}">
      <dgm:prSet/>
      <dgm:spPr/>
      <dgm:t>
        <a:bodyPr/>
        <a:lstStyle/>
        <a:p>
          <a:endParaRPr lang="en-US"/>
        </a:p>
      </dgm:t>
    </dgm:pt>
    <dgm:pt modelId="{3BC42366-73E8-4F38-A89C-D9AF3A92521B}">
      <dgm:prSet/>
      <dgm:spPr/>
      <dgm:t>
        <a:bodyPr/>
        <a:lstStyle/>
        <a:p>
          <a:pPr rtl="0"/>
          <a:r>
            <a:rPr lang="id-ID" b="1" smtClean="0"/>
            <a:t>Kontak</a:t>
          </a:r>
          <a:endParaRPr lang="en-US"/>
        </a:p>
      </dgm:t>
    </dgm:pt>
    <dgm:pt modelId="{0ECBADFE-312A-47CA-A915-6B9C746B4FCA}" type="parTrans" cxnId="{A8D3DB96-4AEF-4013-A09F-DCCB62EDFF94}">
      <dgm:prSet/>
      <dgm:spPr/>
      <dgm:t>
        <a:bodyPr/>
        <a:lstStyle/>
        <a:p>
          <a:endParaRPr lang="en-US"/>
        </a:p>
      </dgm:t>
    </dgm:pt>
    <dgm:pt modelId="{43FB03C1-5FCD-4419-B7C8-8C6A1B61C7A4}" type="sibTrans" cxnId="{A8D3DB96-4AEF-4013-A09F-DCCB62EDFF94}">
      <dgm:prSet/>
      <dgm:spPr/>
      <dgm:t>
        <a:bodyPr/>
        <a:lstStyle/>
        <a:p>
          <a:endParaRPr lang="en-US"/>
        </a:p>
      </dgm:t>
    </dgm:pt>
    <dgm:pt modelId="{C7D9CCB1-9A85-4192-81AB-736D4E99941B}" type="pres">
      <dgm:prSet presAssocID="{26EA5248-2312-4BCB-BEEF-60AF68A6D6A6}" presName="linearFlow" presStyleCnt="0">
        <dgm:presLayoutVars>
          <dgm:dir/>
          <dgm:animLvl val="lvl"/>
          <dgm:resizeHandles val="exact"/>
        </dgm:presLayoutVars>
      </dgm:prSet>
      <dgm:spPr/>
    </dgm:pt>
    <dgm:pt modelId="{E734AE6D-13E0-4946-8E51-49214C0E5172}" type="pres">
      <dgm:prSet presAssocID="{2FB39911-6B35-484C-996B-E52BB44510B9}" presName="composite" presStyleCnt="0"/>
      <dgm:spPr/>
    </dgm:pt>
    <dgm:pt modelId="{ED4B0446-D95C-4CAD-9C0D-617D3958D210}" type="pres">
      <dgm:prSet presAssocID="{2FB39911-6B35-484C-996B-E52BB44510B9}" presName="parentText" presStyleLbl="alignNode1" presStyleIdx="0" presStyleCnt="1" custLinFactNeighborX="395" custLinFactNeighborY="13260">
        <dgm:presLayoutVars>
          <dgm:chMax val="1"/>
          <dgm:bulletEnabled val="1"/>
        </dgm:presLayoutVars>
      </dgm:prSet>
      <dgm:spPr/>
    </dgm:pt>
    <dgm:pt modelId="{527F4260-1A28-4D44-8914-4A4D9883F9ED}" type="pres">
      <dgm:prSet presAssocID="{2FB39911-6B35-484C-996B-E52BB44510B9}" presName="descendantText" presStyleLbl="alignAcc1" presStyleIdx="0" presStyleCnt="1">
        <dgm:presLayoutVars>
          <dgm:bulletEnabled val="1"/>
        </dgm:presLayoutVars>
      </dgm:prSet>
      <dgm:spPr/>
    </dgm:pt>
  </dgm:ptLst>
  <dgm:cxnLst>
    <dgm:cxn modelId="{E92B6A67-16A3-48DA-BA89-AAD0DB74D385}" srcId="{2FB39911-6B35-484C-996B-E52BB44510B9}" destId="{0B218FFC-BE37-4F3E-8060-F6F94CF26C11}" srcOrd="1" destOrd="0" parTransId="{02C46B11-14AE-4C89-93CB-2AD20D059F42}" sibTransId="{73A34E8D-3974-4A53-8C66-681B33E6DB44}"/>
    <dgm:cxn modelId="{585A3A6F-6094-4BF4-BF31-40E1B092DDE6}" srcId="{2FB39911-6B35-484C-996B-E52BB44510B9}" destId="{1B9D122F-24F6-45D8-A36E-7EB7636AD326}" srcOrd="3" destOrd="0" parTransId="{3D28764D-9CF1-4B74-AB22-A27CB3FACF6E}" sibTransId="{8CF05D30-9345-40AE-9697-903D948E71AC}"/>
    <dgm:cxn modelId="{61220380-C095-4B33-9A50-4FF9180D8834}" type="presOf" srcId="{21619CE0-E2E9-4D24-BA70-A06C724EB65A}" destId="{527F4260-1A28-4D44-8914-4A4D9883F9ED}" srcOrd="0" destOrd="2" presId="urn:microsoft.com/office/officeart/2005/8/layout/chevron2"/>
    <dgm:cxn modelId="{01A8D404-B0E1-4876-8EC4-A82365F75B42}" srcId="{2FB39911-6B35-484C-996B-E52BB44510B9}" destId="{A5AE26D7-DA97-4EBE-9AE6-06EFB44F31D6}" srcOrd="0" destOrd="0" parTransId="{49BDAB55-85F6-4F2E-897B-8C8189E43469}" sibTransId="{8561C0DC-68B0-4BD7-BEC5-3046EC265C48}"/>
    <dgm:cxn modelId="{A8D3DB96-4AEF-4013-A09F-DCCB62EDFF94}" srcId="{2FB39911-6B35-484C-996B-E52BB44510B9}" destId="{3BC42366-73E8-4F38-A89C-D9AF3A92521B}" srcOrd="4" destOrd="0" parTransId="{0ECBADFE-312A-47CA-A915-6B9C746B4FCA}" sibTransId="{43FB03C1-5FCD-4419-B7C8-8C6A1B61C7A4}"/>
    <dgm:cxn modelId="{0808717E-D69E-4912-8387-DE973FCC01D8}" type="presOf" srcId="{3BC42366-73E8-4F38-A89C-D9AF3A92521B}" destId="{527F4260-1A28-4D44-8914-4A4D9883F9ED}" srcOrd="0" destOrd="4" presId="urn:microsoft.com/office/officeart/2005/8/layout/chevron2"/>
    <dgm:cxn modelId="{E0C80B44-BA01-47CB-8C99-442794A3D35E}" srcId="{26EA5248-2312-4BCB-BEEF-60AF68A6D6A6}" destId="{2FB39911-6B35-484C-996B-E52BB44510B9}" srcOrd="0" destOrd="0" parTransId="{8EBA3EBD-6DE5-46BE-B232-691AFE8099CA}" sibTransId="{7599D97C-6FE7-4CE3-B259-51FC85B4707A}"/>
    <dgm:cxn modelId="{3BDDD109-5F83-43AF-9965-652724919A67}" type="presOf" srcId="{A5AE26D7-DA97-4EBE-9AE6-06EFB44F31D6}" destId="{527F4260-1A28-4D44-8914-4A4D9883F9ED}" srcOrd="0" destOrd="0" presId="urn:microsoft.com/office/officeart/2005/8/layout/chevron2"/>
    <dgm:cxn modelId="{5BF943A4-2FB0-4907-B017-CBB361D3BDED}" type="presOf" srcId="{26EA5248-2312-4BCB-BEEF-60AF68A6D6A6}" destId="{C7D9CCB1-9A85-4192-81AB-736D4E99941B}" srcOrd="0" destOrd="0" presId="urn:microsoft.com/office/officeart/2005/8/layout/chevron2"/>
    <dgm:cxn modelId="{2B30AC22-E09C-4DBA-A3F3-1F91137A9D9C}" type="presOf" srcId="{0B218FFC-BE37-4F3E-8060-F6F94CF26C11}" destId="{527F4260-1A28-4D44-8914-4A4D9883F9ED}" srcOrd="0" destOrd="1" presId="urn:microsoft.com/office/officeart/2005/8/layout/chevron2"/>
    <dgm:cxn modelId="{D4CAD9DF-A3B3-4A98-8BD1-9FD4683CB359}" type="presOf" srcId="{2FB39911-6B35-484C-996B-E52BB44510B9}" destId="{ED4B0446-D95C-4CAD-9C0D-617D3958D210}" srcOrd="0" destOrd="0" presId="urn:microsoft.com/office/officeart/2005/8/layout/chevron2"/>
    <dgm:cxn modelId="{2E2C0FC7-117E-4AAD-9A83-91CA3CAC440B}" type="presOf" srcId="{1B9D122F-24F6-45D8-A36E-7EB7636AD326}" destId="{527F4260-1A28-4D44-8914-4A4D9883F9ED}" srcOrd="0" destOrd="3" presId="urn:microsoft.com/office/officeart/2005/8/layout/chevron2"/>
    <dgm:cxn modelId="{7A8E7B4C-3127-4862-B7D6-1605795CF0DC}" srcId="{2FB39911-6B35-484C-996B-E52BB44510B9}" destId="{21619CE0-E2E9-4D24-BA70-A06C724EB65A}" srcOrd="2" destOrd="0" parTransId="{83B3FC3B-02BE-4D15-A9AE-E09A9B847FED}" sibTransId="{2A2397E2-E2FB-43DE-90C5-1B94952A7068}"/>
    <dgm:cxn modelId="{A63A102A-E2B1-42A5-822C-0EE25286ABA5}" type="presParOf" srcId="{C7D9CCB1-9A85-4192-81AB-736D4E99941B}" destId="{E734AE6D-13E0-4946-8E51-49214C0E5172}" srcOrd="0" destOrd="0" presId="urn:microsoft.com/office/officeart/2005/8/layout/chevron2"/>
    <dgm:cxn modelId="{6EED41AE-1589-4302-B71F-246D320BA5A8}" type="presParOf" srcId="{E734AE6D-13E0-4946-8E51-49214C0E5172}" destId="{ED4B0446-D95C-4CAD-9C0D-617D3958D210}" srcOrd="0" destOrd="0" presId="urn:microsoft.com/office/officeart/2005/8/layout/chevron2"/>
    <dgm:cxn modelId="{3CD07948-4CED-4CF2-85AA-1CA1693EE3FD}" type="presParOf" srcId="{E734AE6D-13E0-4946-8E51-49214C0E5172}" destId="{527F4260-1A28-4D44-8914-4A4D9883F9ED}"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1CCA019-A16E-4FBB-A12D-05C8B3B91260}" type="doc">
      <dgm:prSet loTypeId="urn:microsoft.com/office/officeart/2005/8/layout/target3" loCatId="relationship" qsTypeId="urn:microsoft.com/office/officeart/2005/8/quickstyle/simple1" qsCatId="simple" csTypeId="urn:microsoft.com/office/officeart/2005/8/colors/accent1_2" csCatId="accent1"/>
      <dgm:spPr/>
      <dgm:t>
        <a:bodyPr/>
        <a:lstStyle/>
        <a:p>
          <a:endParaRPr lang="en-US"/>
        </a:p>
      </dgm:t>
    </dgm:pt>
    <dgm:pt modelId="{B9288711-B6F4-4293-AD70-ADDAF01FB692}">
      <dgm:prSet/>
      <dgm:spPr/>
      <dgm:t>
        <a:bodyPr/>
        <a:lstStyle/>
        <a:p>
          <a:pPr rtl="0"/>
          <a:r>
            <a:rPr lang="id-ID" b="1" smtClean="0"/>
            <a:t>Terima Kasih</a:t>
          </a:r>
          <a:endParaRPr lang="en-US"/>
        </a:p>
      </dgm:t>
    </dgm:pt>
    <dgm:pt modelId="{234ACB4C-9D12-4DDB-906F-077749FDEDF8}" type="parTrans" cxnId="{D555405B-5DE2-4152-B19A-8CA663B34564}">
      <dgm:prSet/>
      <dgm:spPr/>
      <dgm:t>
        <a:bodyPr/>
        <a:lstStyle/>
        <a:p>
          <a:endParaRPr lang="en-US"/>
        </a:p>
      </dgm:t>
    </dgm:pt>
    <dgm:pt modelId="{AD0F0ED3-45A8-4EEA-A800-A27BD862B2B3}" type="sibTrans" cxnId="{D555405B-5DE2-4152-B19A-8CA663B34564}">
      <dgm:prSet/>
      <dgm:spPr/>
      <dgm:t>
        <a:bodyPr/>
        <a:lstStyle/>
        <a:p>
          <a:endParaRPr lang="en-US"/>
        </a:p>
      </dgm:t>
    </dgm:pt>
    <dgm:pt modelId="{BD3807BE-D56E-4E7A-97C6-72E8968642BD}" type="pres">
      <dgm:prSet presAssocID="{81CCA019-A16E-4FBB-A12D-05C8B3B91260}" presName="Name0" presStyleCnt="0">
        <dgm:presLayoutVars>
          <dgm:chMax val="7"/>
          <dgm:dir/>
          <dgm:animLvl val="lvl"/>
          <dgm:resizeHandles val="exact"/>
        </dgm:presLayoutVars>
      </dgm:prSet>
      <dgm:spPr/>
    </dgm:pt>
    <dgm:pt modelId="{F2023EC6-B00D-406F-BCB8-D255925F2162}" type="pres">
      <dgm:prSet presAssocID="{B9288711-B6F4-4293-AD70-ADDAF01FB692}" presName="circle1" presStyleLbl="node1" presStyleIdx="0" presStyleCnt="1"/>
      <dgm:spPr/>
    </dgm:pt>
    <dgm:pt modelId="{18C0ECE8-49B5-4399-AF57-7A4673AF0655}" type="pres">
      <dgm:prSet presAssocID="{B9288711-B6F4-4293-AD70-ADDAF01FB692}" presName="space" presStyleCnt="0"/>
      <dgm:spPr/>
    </dgm:pt>
    <dgm:pt modelId="{33CDCDCB-0EEC-4709-8A8C-4EFE066B954F}" type="pres">
      <dgm:prSet presAssocID="{B9288711-B6F4-4293-AD70-ADDAF01FB692}" presName="rect1" presStyleLbl="alignAcc1" presStyleIdx="0" presStyleCnt="1"/>
      <dgm:spPr/>
    </dgm:pt>
    <dgm:pt modelId="{728E2480-17A0-41E6-A684-B98957813DCD}" type="pres">
      <dgm:prSet presAssocID="{B9288711-B6F4-4293-AD70-ADDAF01FB692}" presName="rect1ParTxNoCh" presStyleLbl="alignAcc1" presStyleIdx="0" presStyleCnt="1">
        <dgm:presLayoutVars>
          <dgm:chMax val="1"/>
          <dgm:bulletEnabled val="1"/>
        </dgm:presLayoutVars>
      </dgm:prSet>
      <dgm:spPr/>
    </dgm:pt>
  </dgm:ptLst>
  <dgm:cxnLst>
    <dgm:cxn modelId="{FC21D648-9D3C-45DF-80E3-7099FF4851DA}" type="presOf" srcId="{B9288711-B6F4-4293-AD70-ADDAF01FB692}" destId="{728E2480-17A0-41E6-A684-B98957813DCD}" srcOrd="1" destOrd="0" presId="urn:microsoft.com/office/officeart/2005/8/layout/target3"/>
    <dgm:cxn modelId="{13FD2DC0-8B09-4C31-86D0-59BCD9A7F24F}" type="presOf" srcId="{81CCA019-A16E-4FBB-A12D-05C8B3B91260}" destId="{BD3807BE-D56E-4E7A-97C6-72E8968642BD}" srcOrd="0" destOrd="0" presId="urn:microsoft.com/office/officeart/2005/8/layout/target3"/>
    <dgm:cxn modelId="{D555405B-5DE2-4152-B19A-8CA663B34564}" srcId="{81CCA019-A16E-4FBB-A12D-05C8B3B91260}" destId="{B9288711-B6F4-4293-AD70-ADDAF01FB692}" srcOrd="0" destOrd="0" parTransId="{234ACB4C-9D12-4DDB-906F-077749FDEDF8}" sibTransId="{AD0F0ED3-45A8-4EEA-A800-A27BD862B2B3}"/>
    <dgm:cxn modelId="{58493818-29AC-4D75-A012-667DF6651076}" type="presOf" srcId="{B9288711-B6F4-4293-AD70-ADDAF01FB692}" destId="{33CDCDCB-0EEC-4709-8A8C-4EFE066B954F}" srcOrd="0" destOrd="0" presId="urn:microsoft.com/office/officeart/2005/8/layout/target3"/>
    <dgm:cxn modelId="{1EA38FB4-C4E0-4517-8A77-74E8386FBE41}" type="presParOf" srcId="{BD3807BE-D56E-4E7A-97C6-72E8968642BD}" destId="{F2023EC6-B00D-406F-BCB8-D255925F2162}" srcOrd="0" destOrd="0" presId="urn:microsoft.com/office/officeart/2005/8/layout/target3"/>
    <dgm:cxn modelId="{2BA146DC-F60E-46E1-AF9E-0A02AF6429E4}" type="presParOf" srcId="{BD3807BE-D56E-4E7A-97C6-72E8968642BD}" destId="{18C0ECE8-49B5-4399-AF57-7A4673AF0655}" srcOrd="1" destOrd="0" presId="urn:microsoft.com/office/officeart/2005/8/layout/target3"/>
    <dgm:cxn modelId="{3F8C2A90-F495-43CA-8AD4-231EA8683982}" type="presParOf" srcId="{BD3807BE-D56E-4E7A-97C6-72E8968642BD}" destId="{33CDCDCB-0EEC-4709-8A8C-4EFE066B954F}" srcOrd="2" destOrd="0" presId="urn:microsoft.com/office/officeart/2005/8/layout/target3"/>
    <dgm:cxn modelId="{549BDC1D-F0AC-4C8D-AC8F-EC14E1AACB85}" type="presParOf" srcId="{BD3807BE-D56E-4E7A-97C6-72E8968642BD}" destId="{728E2480-17A0-41E6-A684-B98957813DCD}"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A5825C-1296-42AD-8091-E317C62B3370}">
      <dsp:nvSpPr>
        <dsp:cNvPr id="0" name=""/>
        <dsp:cNvSpPr/>
      </dsp:nvSpPr>
      <dsp:spPr>
        <a:xfrm>
          <a:off x="457250" y="103532"/>
          <a:ext cx="5974082" cy="5430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b" anchorCtr="0">
          <a:noAutofit/>
        </a:bodyPr>
        <a:lstStyle/>
        <a:p>
          <a:pPr lvl="0" algn="l" defTabSz="1111250" rtl="0">
            <a:lnSpc>
              <a:spcPct val="90000"/>
            </a:lnSpc>
            <a:spcBef>
              <a:spcPct val="0"/>
            </a:spcBef>
            <a:spcAft>
              <a:spcPct val="35000"/>
            </a:spcAft>
          </a:pPr>
          <a:r>
            <a:rPr lang="id-ID" sz="2500" b="1" kern="1200" dirty="0" smtClean="0">
              <a:solidFill>
                <a:schemeClr val="accent2">
                  <a:lumMod val="75000"/>
                </a:schemeClr>
              </a:solidFill>
              <a:latin typeface="Bernard MT Condensed" panose="02050806060905020404" pitchFamily="18" charset="0"/>
            </a:rPr>
            <a:t>Identifikasi Daerah Saya (Dataran Rendah)</a:t>
          </a:r>
          <a:endParaRPr lang="en-US" sz="2500" b="1" kern="1200" dirty="0">
            <a:solidFill>
              <a:schemeClr val="accent2">
                <a:lumMod val="75000"/>
              </a:schemeClr>
            </a:solidFill>
            <a:latin typeface="Bernard MT Condensed" panose="02050806060905020404" pitchFamily="18" charset="0"/>
          </a:endParaRPr>
        </a:p>
      </dsp:txBody>
      <dsp:txXfrm>
        <a:off x="457250" y="103532"/>
        <a:ext cx="5974082" cy="543098"/>
      </dsp:txXfrm>
    </dsp:sp>
    <dsp:sp modelId="{98F9EF8D-3B78-42E7-B0D5-E6A99B371FD5}">
      <dsp:nvSpPr>
        <dsp:cNvPr id="0" name=""/>
        <dsp:cNvSpPr/>
      </dsp:nvSpPr>
      <dsp:spPr>
        <a:xfrm>
          <a:off x="457250" y="646631"/>
          <a:ext cx="930000" cy="155000"/>
        </a:xfrm>
        <a:prstGeom prst="parallelogram">
          <a:avLst>
            <a:gd name="adj" fmla="val 140840"/>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CCCF79C-FA1E-4A48-8C32-7BDEF102A345}">
      <dsp:nvSpPr>
        <dsp:cNvPr id="0" name=""/>
        <dsp:cNvSpPr/>
      </dsp:nvSpPr>
      <dsp:spPr>
        <a:xfrm>
          <a:off x="1441500" y="646631"/>
          <a:ext cx="930000" cy="155000"/>
        </a:xfrm>
        <a:prstGeom prst="parallelogram">
          <a:avLst>
            <a:gd name="adj" fmla="val 140840"/>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05994D0-15A2-4962-B822-C73B74271482}">
      <dsp:nvSpPr>
        <dsp:cNvPr id="0" name=""/>
        <dsp:cNvSpPr/>
      </dsp:nvSpPr>
      <dsp:spPr>
        <a:xfrm>
          <a:off x="2425750" y="646631"/>
          <a:ext cx="930000" cy="155000"/>
        </a:xfrm>
        <a:prstGeom prst="parallelogram">
          <a:avLst>
            <a:gd name="adj" fmla="val 140840"/>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C918CB6-2A4F-4FF8-AB2A-AD55CD966963}">
      <dsp:nvSpPr>
        <dsp:cNvPr id="0" name=""/>
        <dsp:cNvSpPr/>
      </dsp:nvSpPr>
      <dsp:spPr>
        <a:xfrm>
          <a:off x="3410000" y="646631"/>
          <a:ext cx="930000" cy="155000"/>
        </a:xfrm>
        <a:prstGeom prst="parallelogram">
          <a:avLst>
            <a:gd name="adj" fmla="val 140840"/>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B6A6CC5-5D4F-46C8-A229-CD775F7CE543}">
      <dsp:nvSpPr>
        <dsp:cNvPr id="0" name=""/>
        <dsp:cNvSpPr/>
      </dsp:nvSpPr>
      <dsp:spPr>
        <a:xfrm>
          <a:off x="4394251" y="646631"/>
          <a:ext cx="930000" cy="155000"/>
        </a:xfrm>
        <a:prstGeom prst="parallelogram">
          <a:avLst>
            <a:gd name="adj" fmla="val 140840"/>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152F924-0510-4836-95AB-6D8FB52A64FA}">
      <dsp:nvSpPr>
        <dsp:cNvPr id="0" name=""/>
        <dsp:cNvSpPr/>
      </dsp:nvSpPr>
      <dsp:spPr>
        <a:xfrm>
          <a:off x="5378501" y="646631"/>
          <a:ext cx="930000" cy="155000"/>
        </a:xfrm>
        <a:prstGeom prst="parallelogram">
          <a:avLst>
            <a:gd name="adj" fmla="val 140840"/>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5A3E91E-320C-49C9-AF85-B6C6F0144498}">
      <dsp:nvSpPr>
        <dsp:cNvPr id="0" name=""/>
        <dsp:cNvSpPr/>
      </dsp:nvSpPr>
      <dsp:spPr>
        <a:xfrm>
          <a:off x="6362751" y="646631"/>
          <a:ext cx="930000" cy="155000"/>
        </a:xfrm>
        <a:prstGeom prst="parallelogram">
          <a:avLst>
            <a:gd name="adj" fmla="val 140840"/>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C66961-769D-4E44-9FEF-77BCD232D738}">
      <dsp:nvSpPr>
        <dsp:cNvPr id="0" name=""/>
        <dsp:cNvSpPr/>
      </dsp:nvSpPr>
      <dsp:spPr>
        <a:xfrm>
          <a:off x="644750" y="0"/>
          <a:ext cx="7307167" cy="1320800"/>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2003BA-5499-4B9D-A171-6302510EC702}">
      <dsp:nvSpPr>
        <dsp:cNvPr id="0" name=""/>
        <dsp:cNvSpPr/>
      </dsp:nvSpPr>
      <dsp:spPr>
        <a:xfrm>
          <a:off x="94026" y="396240"/>
          <a:ext cx="8408615" cy="52832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0">
            <a:lnSpc>
              <a:spcPct val="90000"/>
            </a:lnSpc>
            <a:spcBef>
              <a:spcPct val="0"/>
            </a:spcBef>
            <a:spcAft>
              <a:spcPct val="35000"/>
            </a:spcAft>
          </a:pPr>
          <a:r>
            <a:rPr lang="id-ID" sz="2000" b="1" kern="1200" dirty="0" smtClean="0"/>
            <a:t>Pengembangan Agroindustri Skala Kecil (Pengolahan Hasil Pertanian)</a:t>
          </a:r>
          <a:endParaRPr lang="en-US" sz="2000" kern="1200" dirty="0"/>
        </a:p>
      </dsp:txBody>
      <dsp:txXfrm>
        <a:off x="119816" y="422030"/>
        <a:ext cx="8357035" cy="4767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4B0446-D95C-4CAD-9C0D-617D3958D210}">
      <dsp:nvSpPr>
        <dsp:cNvPr id="0" name=""/>
        <dsp:cNvSpPr/>
      </dsp:nvSpPr>
      <dsp:spPr>
        <a:xfrm rot="5400000">
          <a:off x="-492289" y="501534"/>
          <a:ext cx="3343563" cy="2340494"/>
        </a:xfrm>
        <a:prstGeom prst="chevron">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lvl="0" algn="ctr" defTabSz="1111250" rtl="0">
            <a:lnSpc>
              <a:spcPct val="90000"/>
            </a:lnSpc>
            <a:spcBef>
              <a:spcPct val="0"/>
            </a:spcBef>
            <a:spcAft>
              <a:spcPct val="35000"/>
            </a:spcAft>
          </a:pPr>
          <a:r>
            <a:rPr lang="id-ID" sz="2500" b="1" kern="1200" smtClean="0"/>
            <a:t>Struktur Navigasi Utama</a:t>
          </a:r>
          <a:endParaRPr lang="en-US" sz="2500" kern="1200"/>
        </a:p>
      </dsp:txBody>
      <dsp:txXfrm rot="-5400000">
        <a:off x="9246" y="1170246"/>
        <a:ext cx="2340494" cy="1003069"/>
      </dsp:txXfrm>
    </dsp:sp>
    <dsp:sp modelId="{527F4260-1A28-4D44-8914-4A4D9883F9ED}">
      <dsp:nvSpPr>
        <dsp:cNvPr id="0" name=""/>
        <dsp:cNvSpPr/>
      </dsp:nvSpPr>
      <dsp:spPr>
        <a:xfrm rot="5400000">
          <a:off x="4381923" y="-2041428"/>
          <a:ext cx="2173315" cy="6256173"/>
        </a:xfrm>
        <a:prstGeom prst="round2Same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0" tIns="15875" rIns="15875" bIns="15875" numCol="1" spcCol="1270" anchor="ctr" anchorCtr="0">
          <a:noAutofit/>
        </a:bodyPr>
        <a:lstStyle/>
        <a:p>
          <a:pPr marL="228600" lvl="1" indent="-228600" algn="l" defTabSz="1111250" rtl="0">
            <a:lnSpc>
              <a:spcPct val="90000"/>
            </a:lnSpc>
            <a:spcBef>
              <a:spcPct val="0"/>
            </a:spcBef>
            <a:spcAft>
              <a:spcPct val="15000"/>
            </a:spcAft>
            <a:buChar char="••"/>
          </a:pPr>
          <a:r>
            <a:rPr lang="id-ID" sz="2500" b="1" kern="1200" smtClean="0"/>
            <a:t>Logo Desa Galung Tuluk</a:t>
          </a:r>
          <a:endParaRPr lang="en-US" sz="2500" kern="1200"/>
        </a:p>
        <a:p>
          <a:pPr marL="228600" lvl="1" indent="-228600" algn="l" defTabSz="1111250" rtl="0">
            <a:lnSpc>
              <a:spcPct val="90000"/>
            </a:lnSpc>
            <a:spcBef>
              <a:spcPct val="0"/>
            </a:spcBef>
            <a:spcAft>
              <a:spcPct val="15000"/>
            </a:spcAft>
            <a:buChar char="••"/>
          </a:pPr>
          <a:r>
            <a:rPr lang="id-ID" sz="2500" b="1" kern="1200" smtClean="0"/>
            <a:t>Beranda</a:t>
          </a:r>
          <a:endParaRPr lang="en-US" sz="2500" kern="1200"/>
        </a:p>
        <a:p>
          <a:pPr marL="228600" lvl="1" indent="-228600" algn="l" defTabSz="1111250" rtl="0">
            <a:lnSpc>
              <a:spcPct val="90000"/>
            </a:lnSpc>
            <a:spcBef>
              <a:spcPct val="0"/>
            </a:spcBef>
            <a:spcAft>
              <a:spcPct val="15000"/>
            </a:spcAft>
            <a:buChar char="••"/>
          </a:pPr>
          <a:r>
            <a:rPr lang="id-ID" sz="2500" b="1" kern="1200" smtClean="0"/>
            <a:t>Produk Unggulan (Agrowisata)</a:t>
          </a:r>
          <a:endParaRPr lang="en-US" sz="2500" kern="1200"/>
        </a:p>
        <a:p>
          <a:pPr marL="228600" lvl="1" indent="-228600" algn="l" defTabSz="1111250" rtl="0">
            <a:lnSpc>
              <a:spcPct val="90000"/>
            </a:lnSpc>
            <a:spcBef>
              <a:spcPct val="0"/>
            </a:spcBef>
            <a:spcAft>
              <a:spcPct val="15000"/>
            </a:spcAft>
            <a:buChar char="••"/>
          </a:pPr>
          <a:r>
            <a:rPr lang="id-ID" sz="2500" b="1" kern="1200" smtClean="0"/>
            <a:t>Tentang Kami</a:t>
          </a:r>
          <a:endParaRPr lang="en-US" sz="2500" kern="1200"/>
        </a:p>
        <a:p>
          <a:pPr marL="228600" lvl="1" indent="-228600" algn="l" defTabSz="1111250" rtl="0">
            <a:lnSpc>
              <a:spcPct val="90000"/>
            </a:lnSpc>
            <a:spcBef>
              <a:spcPct val="0"/>
            </a:spcBef>
            <a:spcAft>
              <a:spcPct val="15000"/>
            </a:spcAft>
            <a:buChar char="••"/>
          </a:pPr>
          <a:r>
            <a:rPr lang="id-ID" sz="2500" b="1" kern="1200" smtClean="0"/>
            <a:t>Kontak</a:t>
          </a:r>
          <a:endParaRPr lang="en-US" sz="2500" kern="1200"/>
        </a:p>
      </dsp:txBody>
      <dsp:txXfrm rot="-5400000">
        <a:off x="2340494" y="106093"/>
        <a:ext cx="6150081" cy="196113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023EC6-B00D-406F-BCB8-D255925F2162}">
      <dsp:nvSpPr>
        <dsp:cNvPr id="0" name=""/>
        <dsp:cNvSpPr/>
      </dsp:nvSpPr>
      <dsp:spPr>
        <a:xfrm>
          <a:off x="0" y="0"/>
          <a:ext cx="1320800" cy="1320800"/>
        </a:xfrm>
        <a:prstGeom prst="pie">
          <a:avLst>
            <a:gd name="adj1" fmla="val 5400000"/>
            <a:gd name="adj2" fmla="val 1620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3CDCDCB-0EEC-4709-8A8C-4EFE066B954F}">
      <dsp:nvSpPr>
        <dsp:cNvPr id="0" name=""/>
        <dsp:cNvSpPr/>
      </dsp:nvSpPr>
      <dsp:spPr>
        <a:xfrm>
          <a:off x="660400" y="0"/>
          <a:ext cx="7936268" cy="1320800"/>
        </a:xfrm>
        <a:prstGeom prst="rect">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0030" tIns="240030" rIns="240030" bIns="240030" numCol="1" spcCol="1270" anchor="ctr" anchorCtr="0">
          <a:noAutofit/>
        </a:bodyPr>
        <a:lstStyle/>
        <a:p>
          <a:pPr lvl="0" algn="ctr" defTabSz="2800350" rtl="0">
            <a:lnSpc>
              <a:spcPct val="90000"/>
            </a:lnSpc>
            <a:spcBef>
              <a:spcPct val="0"/>
            </a:spcBef>
            <a:spcAft>
              <a:spcPct val="35000"/>
            </a:spcAft>
          </a:pPr>
          <a:r>
            <a:rPr lang="id-ID" sz="6300" b="1" kern="1200" smtClean="0"/>
            <a:t>Terima Kasih</a:t>
          </a:r>
          <a:endParaRPr lang="en-US" sz="6300" kern="1200"/>
        </a:p>
      </dsp:txBody>
      <dsp:txXfrm>
        <a:off x="660400" y="0"/>
        <a:ext cx="7936268" cy="1320800"/>
      </dsp:txXfrm>
    </dsp:sp>
  </dsp:spTree>
</dsp:drawing>
</file>

<file path=ppt/diagrams/layout1.xml><?xml version="1.0" encoding="utf-8"?>
<dgm:layoutDef xmlns:dgm="http://schemas.openxmlformats.org/drawingml/2006/diagram" xmlns:a="http://schemas.openxmlformats.org/drawingml/2006/main" uniqueId="urn:microsoft.com/office/officeart/2008/layout/VerticalAccentList">
  <dgm:title val=""/>
  <dgm:desc val=""/>
  <dgm:catLst>
    <dgm:cat type="list" pri="16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dgm:chPref/>
      <dgm:dir/>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constrLst>
      <dgm:constr type="primFontSz" for="des" forName="parenttext" refType="primFontSz" refFor="des" refForName="childtext" op="gte"/>
      <dgm:constr type="w" for="ch" forName="composite" refType="w"/>
      <dgm:constr type="h" for="ch" forName="composite" refType="h"/>
      <dgm:constr type="w" for="ch" forName="parallelogramComposite" refType="w"/>
      <dgm:constr type="h" for="ch" forName="parallelogramComposite" refType="h"/>
      <dgm:constr type="w" for="ch" forName="parenttextcomposite" refType="w" fact="0.9"/>
      <dgm:constr type="h" for="ch" forName="parenttextcomposite" refType="h" fact="0.6"/>
      <dgm:constr type="h" for="ch" forName="sibTrans" refType="h" refFor="ch" refForName="composite" op="equ" fact="0.02"/>
      <dgm:constr type="h" for="ch" forName="sibTrans" op="equ"/>
    </dgm:constrLst>
    <dgm:forEach name="nodesForEach" axis="ch" ptType="node">
      <dgm:layoutNode name="parenttextcomposite">
        <dgm:alg type="composite">
          <dgm:param type="ar" val="11"/>
        </dgm:alg>
        <dgm:shape xmlns:r="http://schemas.openxmlformats.org/officeDocument/2006/relationships" r:blip="">
          <dgm:adjLst/>
        </dgm:shape>
        <dgm:constrLst>
          <dgm:constr type="h" for="ch" forName="parenttext" refType="h"/>
          <dgm:constr type="w" for="ch" forName="parenttext" refType="w"/>
        </dgm:constrLst>
        <dgm:layoutNode name="parenttext" styleLbl="revTx">
          <dgm:varLst>
            <dgm:chMax/>
            <dgm:chPref val="2"/>
            <dgm:bulletEnabled val="1"/>
          </dgm:varLst>
          <dgm:choose name="Name4">
            <dgm:if name="Name5" func="var" arg="dir" op="equ" val="norm">
              <dgm:alg type="tx">
                <dgm:param type="parTxLTRAlign" val="l"/>
                <dgm:param type="txAnchorVert" val="b"/>
              </dgm:alg>
            </dgm:if>
            <dgm:else name="Name6">
              <dgm:alg type="tx">
                <dgm:param type="parTxLTRAlign" val="r"/>
                <dgm:param type="txAnchorVert" val="b"/>
              </dgm:alg>
            </dgm:else>
          </dgm:choose>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choose name="Name7">
        <dgm:if name="Name8" axis="ch" ptType="node" func="cnt" op="gte" val="1">
          <dgm:layoutNode name="composite">
            <dgm:alg type="composite">
              <dgm:param type="ar" val="6"/>
            </dgm:alg>
            <dgm:shape xmlns:r="http://schemas.openxmlformats.org/officeDocument/2006/relationships" r:blip="">
              <dgm:adjLst/>
            </dgm:shape>
            <dgm:choose name="Name9">
              <dgm:if name="Name10" func="var" arg="dir" op="equ" val="norm">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301"/>
                  <dgm:constr type="t" for="ch" forName="childtext" refType="h" fact="0.1"/>
                  <dgm:constr type="w" for="ch" forName="childtext" refType="w" fact="0.9117"/>
                  <dgm:constr type="h" for="ch" forName="childtext" refType="h" fact="0.8"/>
                </dgm:constrLst>
              </dgm:if>
              <dgm:else name="Name11">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883"/>
                  <dgm:constr type="t" for="ch" forName="childtext" refType="h" fact="0.1"/>
                  <dgm:constr type="w" for="ch" forName="childtext" refType="w" fact="0.9117"/>
                  <dgm:constr type="h" for="ch" forName="childtext" refType="h" fact="0.8"/>
                </dgm:constrLst>
              </dgm:else>
            </dgm:choose>
            <dgm:ruleLst/>
            <dgm:layoutNode name="chevron1" styleLbl="alignNode1">
              <dgm:alg type="sp"/>
              <dgm:choose name="Name12">
                <dgm:if name="Name13" func="var" arg="dir" op="equ" val="norm">
                  <dgm:shape xmlns:r="http://schemas.openxmlformats.org/officeDocument/2006/relationships" type="chevron" r:blip="">
                    <dgm:adjLst>
                      <dgm:adj idx="1" val="0.7061"/>
                    </dgm:adjLst>
                  </dgm:shape>
                </dgm:if>
                <dgm:else name="Name14">
                  <dgm:shape xmlns:r="http://schemas.openxmlformats.org/officeDocument/2006/relationships" rot="180" type="chevron" r:blip="">
                    <dgm:adjLst>
                      <dgm:adj idx="1" val="0.7061"/>
                    </dgm:adjLst>
                  </dgm:shape>
                </dgm:else>
              </dgm:choose>
              <dgm:presOf/>
            </dgm:layoutNode>
            <dgm:layoutNode name="chevron2" styleLbl="alignNode1">
              <dgm:alg type="sp"/>
              <dgm:choose name="Name15">
                <dgm:if name="Name16" func="var" arg="dir" op="equ" val="norm">
                  <dgm:shape xmlns:r="http://schemas.openxmlformats.org/officeDocument/2006/relationships" type="chevron" r:blip="">
                    <dgm:adjLst>
                      <dgm:adj idx="1" val="0.7061"/>
                    </dgm:adjLst>
                  </dgm:shape>
                </dgm:if>
                <dgm:else name="Name17">
                  <dgm:shape xmlns:r="http://schemas.openxmlformats.org/officeDocument/2006/relationships" rot="180" type="chevron" r:blip="">
                    <dgm:adjLst>
                      <dgm:adj idx="1" val="0.7061"/>
                    </dgm:adjLst>
                  </dgm:shape>
                </dgm:else>
              </dgm:choose>
              <dgm:presOf/>
            </dgm:layoutNode>
            <dgm:layoutNode name="chevron3" styleLbl="alignNode1">
              <dgm:alg type="sp"/>
              <dgm:choose name="Name18">
                <dgm:if name="Name19" func="var" arg="dir" op="equ" val="norm">
                  <dgm:shape xmlns:r="http://schemas.openxmlformats.org/officeDocument/2006/relationships" type="chevron" r:blip="">
                    <dgm:adjLst>
                      <dgm:adj idx="1" val="0.7061"/>
                    </dgm:adjLst>
                  </dgm:shape>
                </dgm:if>
                <dgm:else name="Name20">
                  <dgm:shape xmlns:r="http://schemas.openxmlformats.org/officeDocument/2006/relationships" rot="180" type="chevron" r:blip="">
                    <dgm:adjLst>
                      <dgm:adj idx="1" val="0.7061"/>
                    </dgm:adjLst>
                  </dgm:shape>
                </dgm:else>
              </dgm:choose>
              <dgm:presOf/>
            </dgm:layoutNode>
            <dgm:layoutNode name="chevron4" styleLbl="alignNode1">
              <dgm:alg type="sp"/>
              <dgm:choose name="Name21">
                <dgm:if name="Name22" func="var" arg="dir" op="equ" val="norm">
                  <dgm:shape xmlns:r="http://schemas.openxmlformats.org/officeDocument/2006/relationships" type="chevron" r:blip="">
                    <dgm:adjLst>
                      <dgm:adj idx="1" val="0.7061"/>
                    </dgm:adjLst>
                  </dgm:shape>
                </dgm:if>
                <dgm:else name="Name23">
                  <dgm:shape xmlns:r="http://schemas.openxmlformats.org/officeDocument/2006/relationships" rot="180" type="chevron" r:blip="">
                    <dgm:adjLst>
                      <dgm:adj idx="1" val="0.7061"/>
                    </dgm:adjLst>
                  </dgm:shape>
                </dgm:else>
              </dgm:choose>
              <dgm:presOf/>
            </dgm:layoutNode>
            <dgm:layoutNode name="chevron5" styleLbl="alignNode1">
              <dgm:alg type="sp"/>
              <dgm:choose name="Name24">
                <dgm:if name="Name25" func="var" arg="dir" op="equ" val="norm">
                  <dgm:shape xmlns:r="http://schemas.openxmlformats.org/officeDocument/2006/relationships" type="chevron" r:blip="">
                    <dgm:adjLst>
                      <dgm:adj idx="1" val="0.7061"/>
                    </dgm:adjLst>
                  </dgm:shape>
                </dgm:if>
                <dgm:else name="Name26">
                  <dgm:shape xmlns:r="http://schemas.openxmlformats.org/officeDocument/2006/relationships" rot="180" type="chevron" r:blip="">
                    <dgm:adjLst>
                      <dgm:adj idx="1" val="0.7061"/>
                    </dgm:adjLst>
                  </dgm:shape>
                </dgm:else>
              </dgm:choose>
              <dgm:presOf/>
            </dgm:layoutNode>
            <dgm:layoutNode name="chevron6" styleLbl="alignNode1">
              <dgm:alg type="sp"/>
              <dgm:choose name="Name27">
                <dgm:if name="Name28" func="var" arg="dir" op="equ" val="norm">
                  <dgm:shape xmlns:r="http://schemas.openxmlformats.org/officeDocument/2006/relationships" type="chevron" r:blip="">
                    <dgm:adjLst>
                      <dgm:adj idx="1" val="0.7061"/>
                    </dgm:adjLst>
                  </dgm:shape>
                </dgm:if>
                <dgm:else name="Name29">
                  <dgm:shape xmlns:r="http://schemas.openxmlformats.org/officeDocument/2006/relationships" rot="180" type="chevron" r:blip="">
                    <dgm:adjLst>
                      <dgm:adj idx="1" val="0.7061"/>
                    </dgm:adjLst>
                  </dgm:shape>
                </dgm:else>
              </dgm:choose>
              <dgm:presOf/>
            </dgm:layoutNode>
            <dgm:layoutNode name="chevron7" styleLbl="alignNode1">
              <dgm:alg type="sp"/>
              <dgm:choose name="Name30">
                <dgm:if name="Name31" func="var" arg="dir" op="equ" val="norm">
                  <dgm:shape xmlns:r="http://schemas.openxmlformats.org/officeDocument/2006/relationships" type="chevron" r:blip="">
                    <dgm:adjLst>
                      <dgm:adj idx="1" val="0.7061"/>
                    </dgm:adjLst>
                  </dgm:shape>
                </dgm:if>
                <dgm:else name="Name32">
                  <dgm:shape xmlns:r="http://schemas.openxmlformats.org/officeDocument/2006/relationships" rot="180" type="chevron" r:blip="">
                    <dgm:adjLst>
                      <dgm:adj idx="1" val="0.7061"/>
                    </dgm:adjLst>
                  </dgm:shape>
                </dgm:else>
              </dgm:choose>
              <dgm:presOf/>
            </dgm:layoutNode>
            <dgm:layoutNode name="childtext" styleLbl="solidFgAcc1">
              <dgm:varLst>
                <dgm:chMax/>
                <dgm:chPref val="0"/>
                <dgm:bulletEnabled val="1"/>
              </dgm:varLst>
              <dgm:choose name="Name33">
                <dgm:if name="Name34" func="var" arg="dir" op="equ" val="norm">
                  <dgm:alg type="tx">
                    <dgm:param type="parTxLTRAlign" val="l"/>
                    <dgm:param type="txAnchorVertCh" val="t"/>
                  </dgm:alg>
                </dgm:if>
                <dgm:else name="Name35">
                  <dgm:alg type="tx">
                    <dgm:param type="parTxLTRAlign" val="r"/>
                    <dgm:param type="shpTxLTRAlignCh" val="r"/>
                    <dgm:param type="txAnchorVertCh" val="t"/>
                  </dgm:alg>
                </dgm:else>
              </dgm:choose>
              <dgm:shape xmlns:r="http://schemas.openxmlformats.org/officeDocument/2006/relationships" type="rect" r:blip="">
                <dgm:adjLst/>
              </dgm:shape>
              <dgm:presOf axis="des"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if>
        <dgm:else name="Name36">
          <dgm:layoutNode name="parallelogramComposite">
            <dgm:alg type="composite">
              <dgm:param type="ar" val="50"/>
            </dgm:alg>
            <dgm:shape xmlns:r="http://schemas.openxmlformats.org/officeDocument/2006/relationships" r:blip="">
              <dgm:adjLst/>
            </dgm:shape>
            <dgm:constrLst>
              <dgm:constr type="l" for="ch" forName="parallelogram1" refType="w" fact="0"/>
              <dgm:constr type="t" for="ch" forName="parallelogram1" refType="h" fact="0"/>
              <dgm:constr type="w" for="ch" forName="parallelogram1" refType="w" fact="0.12"/>
              <dgm:constr type="h" for="ch" forName="parallelogram1" refType="h"/>
              <dgm:constr type="l" for="ch" forName="parallelogram2" refType="w" fact="0.127"/>
              <dgm:constr type="t" for="ch" forName="parallelogram2" refType="h" fact="0"/>
              <dgm:constr type="w" for="ch" forName="parallelogram2" refType="w" fact="0.12"/>
              <dgm:constr type="h" for="ch" forName="parallelogram2" refType="h"/>
              <dgm:constr type="l" for="ch" forName="parallelogram3" refType="w" fact="0.254"/>
              <dgm:constr type="t" for="ch" forName="parallelogram3" refType="h" fact="0"/>
              <dgm:constr type="w" for="ch" forName="parallelogram3" refType="w" fact="0.12"/>
              <dgm:constr type="h" for="ch" forName="parallelogram3" refType="h"/>
              <dgm:constr type="l" for="ch" forName="parallelogram4" refType="w" fact="0.381"/>
              <dgm:constr type="t" for="ch" forName="parallelogram4" refType="h" fact="0"/>
              <dgm:constr type="w" for="ch" forName="parallelogram4" refType="w" fact="0.12"/>
              <dgm:constr type="h" for="ch" forName="parallelogram4" refType="h"/>
              <dgm:constr type="l" for="ch" forName="parallelogram5" refType="w" fact="0.508"/>
              <dgm:constr type="t" for="ch" forName="parallelogram5" refType="h" fact="0"/>
              <dgm:constr type="w" for="ch" forName="parallelogram5" refType="w" fact="0.12"/>
              <dgm:constr type="h" for="ch" forName="parallelogram5" refType="h"/>
              <dgm:constr type="l" for="ch" forName="parallelogram6" refType="w" fact="0.635"/>
              <dgm:constr type="t" for="ch" forName="parallelogram6" refType="h" fact="0"/>
              <dgm:constr type="w" for="ch" forName="parallelogram6" refType="w" fact="0.12"/>
              <dgm:constr type="h" for="ch" forName="parallelogram6" refType="h"/>
              <dgm:constr type="l" for="ch" forName="parallelogram7" refType="w" fact="0.762"/>
              <dgm:constr type="t" for="ch" forName="parallelogram7" refType="h" fact="0"/>
              <dgm:constr type="w" for="ch" forName="parallelogram7" refType="w" fact="0.12"/>
              <dgm:constr type="h" for="ch" forName="parallelogram7" refType="h"/>
            </dgm:constrLst>
            <dgm:ruleLst/>
            <dgm:layoutNode name="parallelogram1" styleLbl="alignNode1">
              <dgm:alg type="sp"/>
              <dgm:shape xmlns:r="http://schemas.openxmlformats.org/officeDocument/2006/relationships" type="parallelogram" r:blip="">
                <dgm:adjLst>
                  <dgm:adj idx="1" val="1.4084"/>
                </dgm:adjLst>
              </dgm:shape>
              <dgm:presOf/>
            </dgm:layoutNode>
            <dgm:layoutNode name="parallelogram2" styleLbl="alignNode1">
              <dgm:alg type="sp"/>
              <dgm:shape xmlns:r="http://schemas.openxmlformats.org/officeDocument/2006/relationships" type="parallelogram" r:blip="">
                <dgm:adjLst>
                  <dgm:adj idx="1" val="1.4084"/>
                </dgm:adjLst>
              </dgm:shape>
              <dgm:presOf/>
            </dgm:layoutNode>
            <dgm:layoutNode name="parallelogram3" styleLbl="alignNode1">
              <dgm:alg type="sp"/>
              <dgm:shape xmlns:r="http://schemas.openxmlformats.org/officeDocument/2006/relationships" type="parallelogram" r:blip="">
                <dgm:adjLst>
                  <dgm:adj idx="1" val="1.4084"/>
                </dgm:adjLst>
              </dgm:shape>
              <dgm:presOf/>
            </dgm:layoutNode>
            <dgm:layoutNode name="parallelogram4" styleLbl="alignNode1">
              <dgm:alg type="sp"/>
              <dgm:shape xmlns:r="http://schemas.openxmlformats.org/officeDocument/2006/relationships" type="parallelogram" r:blip="">
                <dgm:adjLst>
                  <dgm:adj idx="1" val="1.4084"/>
                </dgm:adjLst>
              </dgm:shape>
              <dgm:presOf/>
            </dgm:layoutNode>
            <dgm:layoutNode name="parallelogram5" styleLbl="alignNode1">
              <dgm:alg type="sp"/>
              <dgm:shape xmlns:r="http://schemas.openxmlformats.org/officeDocument/2006/relationships" type="parallelogram" r:blip="">
                <dgm:adjLst>
                  <dgm:adj idx="1" val="1.4084"/>
                </dgm:adjLst>
              </dgm:shape>
              <dgm:presOf/>
            </dgm:layoutNode>
            <dgm:layoutNode name="parallelogram6" styleLbl="alignNode1">
              <dgm:alg type="sp"/>
              <dgm:shape xmlns:r="http://schemas.openxmlformats.org/officeDocument/2006/relationships" type="parallelogram" r:blip="">
                <dgm:adjLst>
                  <dgm:adj idx="1" val="1.4084"/>
                </dgm:adjLst>
              </dgm:shape>
              <dgm:presOf/>
            </dgm:layoutNode>
            <dgm:layoutNode name="parallelogram7" styleLbl="alignNode1">
              <dgm:alg type="sp"/>
              <dgm:shape xmlns:r="http://schemas.openxmlformats.org/officeDocument/2006/relationships" type="parallelogram" r:blip="">
                <dgm:adjLst>
                  <dgm:adj idx="1" val="1.4084"/>
                </dgm:adjLst>
              </dgm:shape>
              <dgm:presOf/>
            </dgm:layoutNode>
          </dgm:layoutNode>
        </dgm:else>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FB201450-D61C-4C93-BCDB-219033858531}"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00F602-4537-4E2F-A85F-79986516BF6C}" type="slidenum">
              <a:rPr lang="en-US" smtClean="0"/>
              <a:t>‹#›</a:t>
            </a:fld>
            <a:endParaRPr lang="en-US"/>
          </a:p>
        </p:txBody>
      </p:sp>
    </p:spTree>
    <p:extLst>
      <p:ext uri="{BB962C8B-B14F-4D97-AF65-F5344CB8AC3E}">
        <p14:creationId xmlns:p14="http://schemas.microsoft.com/office/powerpoint/2010/main" val="2004149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B201450-D61C-4C93-BCDB-219033858531}"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00F602-4537-4E2F-A85F-79986516BF6C}" type="slidenum">
              <a:rPr lang="en-US" smtClean="0"/>
              <a:t>‹#›</a:t>
            </a:fld>
            <a:endParaRPr lang="en-US"/>
          </a:p>
        </p:txBody>
      </p:sp>
    </p:spTree>
    <p:extLst>
      <p:ext uri="{BB962C8B-B14F-4D97-AF65-F5344CB8AC3E}">
        <p14:creationId xmlns:p14="http://schemas.microsoft.com/office/powerpoint/2010/main" val="1931443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B201450-D61C-4C93-BCDB-219033858531}"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00F602-4537-4E2F-A85F-79986516BF6C}" type="slidenum">
              <a:rPr lang="en-US" smtClean="0"/>
              <a:t>‹#›</a:t>
            </a:fld>
            <a:endParaRPr lang="en-US"/>
          </a:p>
        </p:txBody>
      </p:sp>
    </p:spTree>
    <p:extLst>
      <p:ext uri="{BB962C8B-B14F-4D97-AF65-F5344CB8AC3E}">
        <p14:creationId xmlns:p14="http://schemas.microsoft.com/office/powerpoint/2010/main" val="22727888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B201450-D61C-4C93-BCDB-219033858531}"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00F602-4537-4E2F-A85F-79986516BF6C}" type="slidenum">
              <a:rPr lang="en-US" smtClean="0"/>
              <a:t>‹#›</a:t>
            </a:fld>
            <a:endParaRPr lang="en-US"/>
          </a:p>
        </p:txBody>
      </p:sp>
    </p:spTree>
    <p:extLst>
      <p:ext uri="{BB962C8B-B14F-4D97-AF65-F5344CB8AC3E}">
        <p14:creationId xmlns:p14="http://schemas.microsoft.com/office/powerpoint/2010/main" val="1223107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B201450-D61C-4C93-BCDB-219033858531}" type="datetimeFigureOut">
              <a:rPr lang="en-US" smtClean="0"/>
              <a:t>11/24/2025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700F602-4537-4E2F-A85F-79986516BF6C}" type="slidenum">
              <a:rPr lang="en-US" smtClean="0"/>
              <a:t>‹#›</a:t>
            </a:fld>
            <a:endParaRPr lang="en-US"/>
          </a:p>
        </p:txBody>
      </p:sp>
    </p:spTree>
    <p:extLst>
      <p:ext uri="{BB962C8B-B14F-4D97-AF65-F5344CB8AC3E}">
        <p14:creationId xmlns:p14="http://schemas.microsoft.com/office/powerpoint/2010/main" val="1563961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B201450-D61C-4C93-BCDB-219033858531}" type="datetimeFigureOut">
              <a:rPr lang="en-US" smtClean="0"/>
              <a:t>11/24/2025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700F602-4537-4E2F-A85F-79986516BF6C}" type="slidenum">
              <a:rPr lang="en-US" smtClean="0"/>
              <a:t>‹#›</a:t>
            </a:fld>
            <a:endParaRPr lang="en-US"/>
          </a:p>
        </p:txBody>
      </p:sp>
    </p:spTree>
    <p:extLst>
      <p:ext uri="{BB962C8B-B14F-4D97-AF65-F5344CB8AC3E}">
        <p14:creationId xmlns:p14="http://schemas.microsoft.com/office/powerpoint/2010/main" val="3864910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201450-D61C-4C93-BCDB-219033858531}" type="datetimeFigureOut">
              <a:rPr lang="en-US" smtClean="0"/>
              <a:t>11/24/2025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700F602-4537-4E2F-A85F-79986516BF6C}" type="slidenum">
              <a:rPr lang="en-US" smtClean="0"/>
              <a:t>‹#›</a:t>
            </a:fld>
            <a:endParaRPr lang="en-US"/>
          </a:p>
        </p:txBody>
      </p:sp>
    </p:spTree>
    <p:extLst>
      <p:ext uri="{BB962C8B-B14F-4D97-AF65-F5344CB8AC3E}">
        <p14:creationId xmlns:p14="http://schemas.microsoft.com/office/powerpoint/2010/main" val="1385978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B201450-D61C-4C93-BCDB-219033858531}"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00F602-4537-4E2F-A85F-79986516BF6C}" type="slidenum">
              <a:rPr lang="en-US" smtClean="0"/>
              <a:t>‹#›</a:t>
            </a:fld>
            <a:endParaRPr lang="en-US"/>
          </a:p>
        </p:txBody>
      </p:sp>
    </p:spTree>
    <p:extLst>
      <p:ext uri="{BB962C8B-B14F-4D97-AF65-F5344CB8AC3E}">
        <p14:creationId xmlns:p14="http://schemas.microsoft.com/office/powerpoint/2010/main" val="1449000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FB201450-D61C-4C93-BCDB-219033858531}"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00F602-4537-4E2F-A85F-79986516BF6C}" type="slidenum">
              <a:rPr lang="en-US" smtClean="0"/>
              <a:t>‹#›</a:t>
            </a:fld>
            <a:endParaRPr lang="en-US"/>
          </a:p>
        </p:txBody>
      </p:sp>
    </p:spTree>
    <p:extLst>
      <p:ext uri="{BB962C8B-B14F-4D97-AF65-F5344CB8AC3E}">
        <p14:creationId xmlns:p14="http://schemas.microsoft.com/office/powerpoint/2010/main" val="39917645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B201450-D61C-4C93-BCDB-219033858531}"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00F602-4537-4E2F-A85F-79986516BF6C}" type="slidenum">
              <a:rPr lang="en-US" smtClean="0"/>
              <a:t>‹#›</a:t>
            </a:fld>
            <a:endParaRPr lang="en-US"/>
          </a:p>
        </p:txBody>
      </p:sp>
    </p:spTree>
    <p:extLst>
      <p:ext uri="{BB962C8B-B14F-4D97-AF65-F5344CB8AC3E}">
        <p14:creationId xmlns:p14="http://schemas.microsoft.com/office/powerpoint/2010/main" val="3600419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B201450-D61C-4C93-BCDB-219033858531}"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00F602-4537-4E2F-A85F-79986516BF6C}"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3612529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B201450-D61C-4C93-BCDB-219033858531}"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00F602-4537-4E2F-A85F-79986516BF6C}" type="slidenum">
              <a:rPr lang="en-US" smtClean="0"/>
              <a:t>‹#›</a:t>
            </a:fld>
            <a:endParaRPr lang="en-US"/>
          </a:p>
        </p:txBody>
      </p:sp>
    </p:spTree>
    <p:extLst>
      <p:ext uri="{BB962C8B-B14F-4D97-AF65-F5344CB8AC3E}">
        <p14:creationId xmlns:p14="http://schemas.microsoft.com/office/powerpoint/2010/main" val="18631250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B201450-D61C-4C93-BCDB-219033858531}"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00F602-4537-4E2F-A85F-79986516BF6C}"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6208238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B201450-D61C-4C93-BCDB-219033858531}"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00F602-4537-4E2F-A85F-79986516BF6C}" type="slidenum">
              <a:rPr lang="en-US" smtClean="0"/>
              <a:t>‹#›</a:t>
            </a:fld>
            <a:endParaRPr lang="en-US"/>
          </a:p>
        </p:txBody>
      </p:sp>
    </p:spTree>
    <p:extLst>
      <p:ext uri="{BB962C8B-B14F-4D97-AF65-F5344CB8AC3E}">
        <p14:creationId xmlns:p14="http://schemas.microsoft.com/office/powerpoint/2010/main" val="1146156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B201450-D61C-4C93-BCDB-219033858531}"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00F602-4537-4E2F-A85F-79986516BF6C}" type="slidenum">
              <a:rPr lang="en-US" smtClean="0"/>
              <a:t>‹#›</a:t>
            </a:fld>
            <a:endParaRPr lang="en-US"/>
          </a:p>
        </p:txBody>
      </p:sp>
    </p:spTree>
    <p:extLst>
      <p:ext uri="{BB962C8B-B14F-4D97-AF65-F5344CB8AC3E}">
        <p14:creationId xmlns:p14="http://schemas.microsoft.com/office/powerpoint/2010/main" val="31939492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B201450-D61C-4C93-BCDB-219033858531}"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00F602-4537-4E2F-A85F-79986516BF6C}" type="slidenum">
              <a:rPr lang="en-US" smtClean="0"/>
              <a:t>‹#›</a:t>
            </a:fld>
            <a:endParaRPr lang="en-US"/>
          </a:p>
        </p:txBody>
      </p:sp>
    </p:spTree>
    <p:extLst>
      <p:ext uri="{BB962C8B-B14F-4D97-AF65-F5344CB8AC3E}">
        <p14:creationId xmlns:p14="http://schemas.microsoft.com/office/powerpoint/2010/main" val="187838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B201450-D61C-4C93-BCDB-219033858531}" type="datetimeFigureOut">
              <a:rPr lang="en-US" smtClean="0"/>
              <a:t>11/24/2025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700F602-4537-4E2F-A85F-79986516BF6C}" type="slidenum">
              <a:rPr lang="en-US" smtClean="0"/>
              <a:t>‹#›</a:t>
            </a:fld>
            <a:endParaRPr lang="en-US"/>
          </a:p>
        </p:txBody>
      </p:sp>
    </p:spTree>
    <p:extLst>
      <p:ext uri="{BB962C8B-B14F-4D97-AF65-F5344CB8AC3E}">
        <p14:creationId xmlns:p14="http://schemas.microsoft.com/office/powerpoint/2010/main" val="322910877"/>
      </p:ext>
    </p:extLst>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876" r:id="rId8"/>
    <p:sldLayoutId id="2147483877" r:id="rId9"/>
    <p:sldLayoutId id="2147483878" r:id="rId10"/>
    <p:sldLayoutId id="2147483879" r:id="rId11"/>
    <p:sldLayoutId id="2147483880" r:id="rId12"/>
    <p:sldLayoutId id="2147483881" r:id="rId13"/>
    <p:sldLayoutId id="2147483882" r:id="rId14"/>
    <p:sldLayoutId id="2147483883" r:id="rId15"/>
    <p:sldLayoutId id="214748388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jp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1.jpg"/><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6.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00667" y="3166821"/>
            <a:ext cx="6096000" cy="1357745"/>
          </a:xfrm>
        </p:spPr>
        <p:txBody>
          <a:bodyPr/>
          <a:lstStyle/>
          <a:p>
            <a:pPr algn="l"/>
            <a:r>
              <a:rPr lang="id-ID" sz="4000" b="1" dirty="0" smtClean="0">
                <a:solidFill>
                  <a:schemeClr val="accent1">
                    <a:lumMod val="75000"/>
                  </a:schemeClr>
                </a:solidFill>
                <a:effectLst>
                  <a:outerShdw blurRad="38100" dist="38100" dir="2700000" algn="tl">
                    <a:srgbClr val="000000">
                      <a:alpha val="43137"/>
                    </a:srgbClr>
                  </a:outerShdw>
                </a:effectLst>
                <a:latin typeface="Bahnschrift Condensed" panose="020B0502040204020203" pitchFamily="34" charset="0"/>
              </a:rPr>
              <a:t>Identifikasi Potensi Daerah Saya</a:t>
            </a:r>
            <a:br>
              <a:rPr lang="id-ID" sz="4000" b="1" dirty="0" smtClean="0">
                <a:solidFill>
                  <a:schemeClr val="accent1">
                    <a:lumMod val="75000"/>
                  </a:schemeClr>
                </a:solidFill>
                <a:effectLst>
                  <a:outerShdw blurRad="38100" dist="38100" dir="2700000" algn="tl">
                    <a:srgbClr val="000000">
                      <a:alpha val="43137"/>
                    </a:srgbClr>
                  </a:outerShdw>
                </a:effectLst>
                <a:latin typeface="Bahnschrift Condensed" panose="020B0502040204020203" pitchFamily="34" charset="0"/>
              </a:rPr>
            </a:br>
            <a:r>
              <a:rPr lang="id-ID" sz="4000" b="1" dirty="0" smtClean="0">
                <a:solidFill>
                  <a:schemeClr val="accent1">
                    <a:lumMod val="75000"/>
                  </a:schemeClr>
                </a:solidFill>
                <a:effectLst>
                  <a:outerShdw blurRad="38100" dist="38100" dir="2700000" algn="tl">
                    <a:srgbClr val="000000">
                      <a:alpha val="43137"/>
                    </a:srgbClr>
                  </a:outerShdw>
                </a:effectLst>
                <a:latin typeface="Bahnschrift Condensed" panose="020B0502040204020203" pitchFamily="34" charset="0"/>
              </a:rPr>
              <a:t>(Dataran Rendah)</a:t>
            </a:r>
            <a:endParaRPr lang="en-US" sz="4000" b="1" dirty="0">
              <a:solidFill>
                <a:schemeClr val="accent1">
                  <a:lumMod val="75000"/>
                </a:schemeClr>
              </a:solidFill>
              <a:effectLst>
                <a:outerShdw blurRad="38100" dist="38100" dir="2700000" algn="tl">
                  <a:srgbClr val="000000">
                    <a:alpha val="43137"/>
                  </a:srgbClr>
                </a:outerShdw>
              </a:effectLst>
              <a:latin typeface="Bahnschrift Condensed" panose="020B0502040204020203" pitchFamily="34" charset="0"/>
            </a:endParaRPr>
          </a:p>
        </p:txBody>
      </p:sp>
      <p:sp>
        <p:nvSpPr>
          <p:cNvPr id="3" name="Subtitle 2"/>
          <p:cNvSpPr>
            <a:spLocks noGrp="1"/>
          </p:cNvSpPr>
          <p:nvPr>
            <p:ph type="subTitle" idx="1"/>
          </p:nvPr>
        </p:nvSpPr>
        <p:spPr>
          <a:xfrm>
            <a:off x="1100667" y="470227"/>
            <a:ext cx="7766936" cy="1096899"/>
          </a:xfrm>
        </p:spPr>
        <p:txBody>
          <a:bodyPr>
            <a:normAutofit fontScale="55000" lnSpcReduction="20000"/>
          </a:bodyPr>
          <a:lstStyle/>
          <a:p>
            <a:pPr algn="l"/>
            <a:r>
              <a:rPr lang="id-ID" sz="3600" dirty="0" smtClean="0">
                <a:solidFill>
                  <a:schemeClr val="accent2">
                    <a:lumMod val="75000"/>
                  </a:schemeClr>
                </a:solidFill>
                <a:latin typeface="Bahnschrift Condensed" panose="020B0502040204020203" pitchFamily="34" charset="0"/>
              </a:rPr>
              <a:t>Nama          : Agus</a:t>
            </a:r>
          </a:p>
          <a:p>
            <a:pPr algn="l"/>
            <a:r>
              <a:rPr lang="id-ID" sz="3600" dirty="0" smtClean="0">
                <a:solidFill>
                  <a:schemeClr val="accent2">
                    <a:lumMod val="75000"/>
                  </a:schemeClr>
                </a:solidFill>
                <a:latin typeface="Bahnschrift Condensed" panose="020B0502040204020203" pitchFamily="34" charset="0"/>
              </a:rPr>
              <a:t>NIM       	 : D0425010</a:t>
            </a:r>
          </a:p>
          <a:p>
            <a:pPr algn="l"/>
            <a:r>
              <a:rPr lang="id-ID" sz="3600" dirty="0" smtClean="0">
                <a:solidFill>
                  <a:schemeClr val="accent2">
                    <a:lumMod val="75000"/>
                  </a:schemeClr>
                </a:solidFill>
                <a:latin typeface="Bahnschrift Condensed" panose="020B0502040204020203" pitchFamily="34" charset="0"/>
              </a:rPr>
              <a:t>Mata Kulia : Manajemen Organisasi Bisnis</a:t>
            </a:r>
            <a:endParaRPr lang="id-ID" sz="3600" dirty="0" smtClean="0">
              <a:solidFill>
                <a:schemeClr val="accent2">
                  <a:lumMod val="75000"/>
                </a:schemeClr>
              </a:solidFill>
              <a:latin typeface="Bahnschrift Condensed" panose="020B0502040204020203" pitchFamily="34" charset="0"/>
            </a:endParaRPr>
          </a:p>
          <a:p>
            <a:pPr algn="l"/>
            <a:endParaRPr lang="en-US" sz="3600" dirty="0">
              <a:solidFill>
                <a:schemeClr val="accent2">
                  <a:lumMod val="75000"/>
                </a:schemeClr>
              </a:solidFill>
              <a:latin typeface="Bahnschrift Condensed" panose="020B0502040204020203" pitchFamily="34" charset="0"/>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45018" y="475432"/>
            <a:ext cx="3881580" cy="218338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6593929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extLst>
              <p:ext uri="{D42A27DB-BD31-4B8C-83A1-F6EECF244321}">
                <p14:modId xmlns:p14="http://schemas.microsoft.com/office/powerpoint/2010/main" val="1441023918"/>
              </p:ext>
            </p:extLst>
          </p:nvPr>
        </p:nvGraphicFramePr>
        <p:xfrm>
          <a:off x="314036" y="4424219"/>
          <a:ext cx="7750002" cy="9051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540018" y="868218"/>
            <a:ext cx="4653985" cy="261288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4021121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90748" y="3006276"/>
            <a:ext cx="5124961" cy="609601"/>
          </a:xfrm>
        </p:spPr>
        <p:txBody>
          <a:bodyPr/>
          <a:lstStyle/>
          <a:p>
            <a:pPr marL="685800" indent="-685800" algn="l">
              <a:buFont typeface="Wingdings" panose="05000000000000000000" pitchFamily="2" charset="2"/>
              <a:buChar char="Ø"/>
            </a:pPr>
            <a:r>
              <a:rPr lang="id-ID" sz="2400" b="1" dirty="0" smtClean="0">
                <a:solidFill>
                  <a:schemeClr val="accent1">
                    <a:lumMod val="50000"/>
                  </a:schemeClr>
                </a:solidFill>
                <a:effectLst>
                  <a:outerShdw blurRad="38100" dist="38100" dir="2700000" algn="tl">
                    <a:srgbClr val="000000">
                      <a:alpha val="43137"/>
                    </a:srgbClr>
                  </a:outerShdw>
                </a:effectLst>
                <a:latin typeface="Bahnschrift SemiBold Condensed" panose="020B0502040204020203" pitchFamily="34" charset="0"/>
              </a:rPr>
              <a:t>Pertanian Dan Perkebunan</a:t>
            </a:r>
            <a:endParaRPr lang="en-US" sz="2400" b="1" dirty="0">
              <a:solidFill>
                <a:schemeClr val="accent1">
                  <a:lumMod val="50000"/>
                </a:schemeClr>
              </a:solidFill>
              <a:effectLst>
                <a:outerShdw blurRad="38100" dist="38100" dir="2700000" algn="tl">
                  <a:srgbClr val="000000">
                    <a:alpha val="43137"/>
                  </a:srgbClr>
                </a:outerShdw>
              </a:effectLst>
              <a:latin typeface="Bahnschrift SemiBold Condensed" panose="020B0502040204020203" pitchFamily="34" charset="0"/>
            </a:endParaRPr>
          </a:p>
        </p:txBody>
      </p:sp>
      <p:sp>
        <p:nvSpPr>
          <p:cNvPr id="3" name="Subtitle 2"/>
          <p:cNvSpPr>
            <a:spLocks noGrp="1"/>
          </p:cNvSpPr>
          <p:nvPr>
            <p:ph type="subTitle" idx="1"/>
          </p:nvPr>
        </p:nvSpPr>
        <p:spPr>
          <a:xfrm>
            <a:off x="1189528" y="3740721"/>
            <a:ext cx="5405236" cy="1979131"/>
          </a:xfrm>
        </p:spPr>
        <p:txBody>
          <a:bodyPr>
            <a:noAutofit/>
          </a:bodyPr>
          <a:lstStyle/>
          <a:p>
            <a:pPr algn="l"/>
            <a:r>
              <a:rPr lang="id-ID" sz="2000" b="1" dirty="0" smtClean="0">
                <a:solidFill>
                  <a:schemeClr val="accent2">
                    <a:lumMod val="50000"/>
                  </a:schemeClr>
                </a:solidFill>
                <a:effectLst>
                  <a:outerShdw blurRad="38100" dist="38100" dir="2700000" algn="tl">
                    <a:srgbClr val="000000">
                      <a:alpha val="43137"/>
                    </a:srgbClr>
                  </a:outerShdw>
                </a:effectLst>
              </a:rPr>
              <a:t>Potensi</a:t>
            </a:r>
            <a:r>
              <a:rPr lang="id-ID" sz="2000" b="1" dirty="0" smtClean="0">
                <a:solidFill>
                  <a:schemeClr val="accent2">
                    <a:lumMod val="50000"/>
                  </a:schemeClr>
                </a:solidFill>
              </a:rPr>
              <a:t> : Tanah datar dan subur di dataran rendah sangat cocok untuk budidaya tanaman pangan (misalnya padi, jagung, kedelai) hortikutltura (sayuran,buah buahan seperti pisang, pepaya) dan perkebunan (kelapa sawit, karet, kopi)</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7833" y="757382"/>
            <a:ext cx="4840717" cy="2717717"/>
          </a:xfrm>
          <a:prstGeom prst="ellipse">
            <a:avLst/>
          </a:prstGeom>
          <a:ln>
            <a:noFill/>
          </a:ln>
          <a:effectLst>
            <a:softEdge rad="112500"/>
          </a:effectLst>
        </p:spPr>
      </p:pic>
    </p:spTree>
    <p:extLst>
      <p:ext uri="{BB962C8B-B14F-4D97-AF65-F5344CB8AC3E}">
        <p14:creationId xmlns:p14="http://schemas.microsoft.com/office/powerpoint/2010/main" val="41220522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Diagram 8"/>
          <p:cNvGraphicFramePr/>
          <p:nvPr>
            <p:extLst>
              <p:ext uri="{D42A27DB-BD31-4B8C-83A1-F6EECF244321}">
                <p14:modId xmlns:p14="http://schemas.microsoft.com/office/powerpoint/2010/main" val="2512443483"/>
              </p:ext>
            </p:extLst>
          </p:nvPr>
        </p:nvGraphicFramePr>
        <p:xfrm>
          <a:off x="675745" y="106902"/>
          <a:ext cx="8596668" cy="1320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 Placeholder 4"/>
          <p:cNvSpPr>
            <a:spLocks noGrp="1"/>
          </p:cNvSpPr>
          <p:nvPr>
            <p:ph type="body" sz="quarter" idx="3"/>
          </p:nvPr>
        </p:nvSpPr>
        <p:spPr>
          <a:xfrm>
            <a:off x="361708" y="2255040"/>
            <a:ext cx="4035492" cy="668626"/>
          </a:xfrm>
        </p:spPr>
        <p:txBody>
          <a:bodyPr/>
          <a:lstStyle/>
          <a:p>
            <a:pPr marL="342900" indent="-342900">
              <a:buFont typeface="Wingdings" panose="05000000000000000000" pitchFamily="2" charset="2"/>
              <a:buChar char="Ø"/>
            </a:pPr>
            <a:r>
              <a:rPr lang="id-ID" b="1" dirty="0" smtClean="0">
                <a:solidFill>
                  <a:schemeClr val="accent2">
                    <a:lumMod val="75000"/>
                  </a:schemeClr>
                </a:solidFill>
                <a:effectLst>
                  <a:outerShdw blurRad="38100" dist="38100" dir="2700000" algn="tl">
                    <a:srgbClr val="000000">
                      <a:alpha val="43137"/>
                    </a:srgbClr>
                  </a:outerShdw>
                </a:effectLst>
              </a:rPr>
              <a:t>Pusat Pelatihan Dan Produksi</a:t>
            </a:r>
            <a:endParaRPr lang="id-ID" b="1" dirty="0">
              <a:solidFill>
                <a:schemeClr val="accent2">
                  <a:lumMod val="75000"/>
                </a:schemeClr>
              </a:solidFill>
              <a:effectLst>
                <a:outerShdw blurRad="38100" dist="38100" dir="2700000" algn="tl">
                  <a:srgbClr val="000000">
                    <a:alpha val="43137"/>
                  </a:srgbClr>
                </a:outerShdw>
              </a:effectLst>
            </a:endParaRPr>
          </a:p>
        </p:txBody>
      </p:sp>
      <p:sp>
        <p:nvSpPr>
          <p:cNvPr id="6" name="Content Placeholder 5"/>
          <p:cNvSpPr>
            <a:spLocks noGrp="1"/>
          </p:cNvSpPr>
          <p:nvPr>
            <p:ph sz="quarter" idx="4"/>
          </p:nvPr>
        </p:nvSpPr>
        <p:spPr>
          <a:xfrm>
            <a:off x="675745" y="3269673"/>
            <a:ext cx="4995382" cy="3669311"/>
          </a:xfrm>
        </p:spPr>
        <p:txBody>
          <a:bodyPr>
            <a:normAutofit/>
          </a:bodyPr>
          <a:lstStyle/>
          <a:p>
            <a:pPr marL="0" indent="0">
              <a:buNone/>
            </a:pPr>
            <a:r>
              <a:rPr lang="id-ID" sz="2000" b="1" dirty="0" smtClean="0">
                <a:solidFill>
                  <a:schemeClr val="accent2">
                    <a:lumMod val="75000"/>
                  </a:schemeClr>
                </a:solidFill>
              </a:rPr>
              <a:t>Bangun atau sediakan fasilitas sederhana untuk pelatihan dan produksi pengolahan hasil pertanian. Misalnya, jika komuditas unggulan adalah pisang, adakan pelatihan membuat keripik pisang aneka rasa, dodol pisang, atau tepung pisang. Jika padi, bisa pelatihan beras organik atau cemilan dari beras </a:t>
            </a:r>
            <a:endParaRPr lang="en-US" sz="2000" b="1" dirty="0">
              <a:solidFill>
                <a:schemeClr val="accent2">
                  <a:lumMod val="75000"/>
                </a:schemeClr>
              </a:solidFill>
            </a:endParaRPr>
          </a:p>
        </p:txBody>
      </p:sp>
      <p:pic>
        <p:nvPicPr>
          <p:cNvPr id="12" name="Picture 1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643418" y="1772872"/>
            <a:ext cx="4091710" cy="2301588"/>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Tree>
    <p:extLst>
      <p:ext uri="{BB962C8B-B14F-4D97-AF65-F5344CB8AC3E}">
        <p14:creationId xmlns:p14="http://schemas.microsoft.com/office/powerpoint/2010/main" val="1941535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4808" y="1052944"/>
            <a:ext cx="5187757" cy="1828801"/>
          </a:xfrm>
        </p:spPr>
        <p:txBody>
          <a:bodyPr>
            <a:normAutofit/>
          </a:bodyPr>
          <a:lstStyle/>
          <a:p>
            <a:pPr marL="457200" indent="-457200">
              <a:buFont typeface="Wingdings" panose="05000000000000000000" pitchFamily="2" charset="2"/>
              <a:buChar char="Ø"/>
            </a:pPr>
            <a:r>
              <a:rPr lang="id-ID" sz="2000" b="1" dirty="0" smtClean="0">
                <a:solidFill>
                  <a:schemeClr val="accent2">
                    <a:lumMod val="75000"/>
                  </a:schemeClr>
                </a:solidFill>
                <a:latin typeface="Arial Narrow" panose="020B0606020202030204" pitchFamily="34" charset="0"/>
              </a:rPr>
              <a:t>Sangat perlu, sentuhan sistem informasi dalam bentuk web, aplikasi mobile atau keduanya akan sangat strategis dan memberikan nilai tambah yang signifikan untuk potensi agroindustri dan agrowisata</a:t>
            </a:r>
            <a:endParaRPr lang="en-US" sz="2000" b="1" dirty="0">
              <a:solidFill>
                <a:schemeClr val="accent2">
                  <a:lumMod val="75000"/>
                </a:schemeClr>
              </a:solidFill>
              <a:latin typeface="Arial Narrow" panose="020B0606020202030204" pitchFamily="34" charset="0"/>
            </a:endParaRPr>
          </a:p>
        </p:txBody>
      </p:sp>
      <p:sp>
        <p:nvSpPr>
          <p:cNvPr id="3" name="Content Placeholder 2"/>
          <p:cNvSpPr>
            <a:spLocks noGrp="1"/>
          </p:cNvSpPr>
          <p:nvPr>
            <p:ph idx="1"/>
          </p:nvPr>
        </p:nvSpPr>
        <p:spPr>
          <a:xfrm>
            <a:off x="691943" y="3260436"/>
            <a:ext cx="6628630" cy="3098800"/>
          </a:xfrm>
        </p:spPr>
        <p:txBody>
          <a:bodyPr>
            <a:normAutofit/>
          </a:bodyPr>
          <a:lstStyle/>
          <a:p>
            <a:r>
              <a:rPr lang="id-ID" sz="2000" b="1" dirty="0" smtClean="0">
                <a:solidFill>
                  <a:schemeClr val="accent2">
                    <a:lumMod val="75000"/>
                  </a:schemeClr>
                </a:solidFill>
              </a:rPr>
              <a:t>Berikut alasannya</a:t>
            </a:r>
          </a:p>
          <a:p>
            <a:pPr marL="0" indent="0">
              <a:buNone/>
            </a:pPr>
            <a:r>
              <a:rPr lang="id-ID" sz="2000" b="1" dirty="0">
                <a:solidFill>
                  <a:schemeClr val="accent2">
                    <a:lumMod val="75000"/>
                  </a:schemeClr>
                </a:solidFill>
              </a:rPr>
              <a:t>Konsumen modern mencari produk secara online. Tanpa platform digital, jangkauan pasar akan sangat terbatas. Ini membuka peluang penjualan yang lebih besar dan potensi pendapatan yang meningkat bagi petani dan pengolah.</a:t>
            </a:r>
            <a:endParaRPr lang="id-ID" sz="2000" b="1" dirty="0" smtClean="0">
              <a:solidFill>
                <a:schemeClr val="accent2">
                  <a:lumMod val="75000"/>
                </a:schemeClr>
              </a:solidFill>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01947" y="314586"/>
            <a:ext cx="3715770" cy="273341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7164786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5735" y="350981"/>
            <a:ext cx="5095392" cy="999157"/>
          </a:xfrm>
        </p:spPr>
        <p:txBody>
          <a:bodyPr>
            <a:normAutofit/>
          </a:bodyPr>
          <a:lstStyle/>
          <a:p>
            <a:r>
              <a:rPr lang="id-ID" sz="2800" b="1" dirty="0" smtClean="0">
                <a:latin typeface="Bahnschrift Light Condensed" panose="020B0502040204020203" pitchFamily="34" charset="0"/>
              </a:rPr>
              <a:t>Nama Website (Contoh) : Desa Galung Tuluk- Pesona Agri Nusantara</a:t>
            </a:r>
            <a:endParaRPr lang="en-US" sz="2800" b="1" dirty="0">
              <a:latin typeface="Bahnschrift Light Condensed" panose="020B0502040204020203" pitchFamily="34" charset="0"/>
            </a:endParaRPr>
          </a:p>
        </p:txBody>
      </p:sp>
      <p:graphicFrame>
        <p:nvGraphicFramePr>
          <p:cNvPr id="4" name="Diagram 3"/>
          <p:cNvGraphicFramePr/>
          <p:nvPr>
            <p:extLst>
              <p:ext uri="{D42A27DB-BD31-4B8C-83A1-F6EECF244321}">
                <p14:modId xmlns:p14="http://schemas.microsoft.com/office/powerpoint/2010/main" val="895960779"/>
              </p:ext>
            </p:extLst>
          </p:nvPr>
        </p:nvGraphicFramePr>
        <p:xfrm>
          <a:off x="492609" y="2641600"/>
          <a:ext cx="8596668" cy="3343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14678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extLst>
              <p:ext uri="{D42A27DB-BD31-4B8C-83A1-F6EECF244321}">
                <p14:modId xmlns:p14="http://schemas.microsoft.com/office/powerpoint/2010/main" val="1161412357"/>
              </p:ext>
            </p:extLst>
          </p:nvPr>
        </p:nvGraphicFramePr>
        <p:xfrm>
          <a:off x="917480" y="3075709"/>
          <a:ext cx="8596668" cy="1320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3284786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200</TotalTime>
  <Words>214</Words>
  <Application>Microsoft Office PowerPoint</Application>
  <PresentationFormat>Widescreen</PresentationFormat>
  <Paragraphs>21</Paragraphs>
  <Slides>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vt:i4>
      </vt:variant>
    </vt:vector>
  </HeadingPairs>
  <TitlesOfParts>
    <vt:vector size="17" baseType="lpstr">
      <vt:lpstr>Arial</vt:lpstr>
      <vt:lpstr>Arial Narrow</vt:lpstr>
      <vt:lpstr>Bahnschrift Condensed</vt:lpstr>
      <vt:lpstr>Bahnschrift Light Condensed</vt:lpstr>
      <vt:lpstr>Bahnschrift SemiBold Condensed</vt:lpstr>
      <vt:lpstr>Bernard MT Condensed</vt:lpstr>
      <vt:lpstr>Trebuchet MS</vt:lpstr>
      <vt:lpstr>Wingdings</vt:lpstr>
      <vt:lpstr>Wingdings 3</vt:lpstr>
      <vt:lpstr>Facet</vt:lpstr>
      <vt:lpstr>Identifikasi Potensi Daerah Saya (Dataran Rendah)</vt:lpstr>
      <vt:lpstr>PowerPoint Presentation</vt:lpstr>
      <vt:lpstr>Pertanian Dan Perkebunan</vt:lpstr>
      <vt:lpstr>PowerPoint Presentation</vt:lpstr>
      <vt:lpstr>Sangat perlu, sentuhan sistem informasi dalam bentuk web, aplikasi mobile atau keduanya akan sangat strategis dan memberikan nilai tambah yang signifikan untuk potensi agroindustri dan agrowisata</vt:lpstr>
      <vt:lpstr>Nama Website (Contoh) : Desa Galung Tuluk- Pesona Agri Nusantara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Identifikasi Daerah Saya (Desa Galung Tuluk)</dc:title>
  <dc:creator>ASUS</dc:creator>
  <cp:lastModifiedBy>ASUS</cp:lastModifiedBy>
  <cp:revision>23</cp:revision>
  <dcterms:created xsi:type="dcterms:W3CDTF">2025-11-22T07:43:41Z</dcterms:created>
  <dcterms:modified xsi:type="dcterms:W3CDTF">2025-11-24T12:58:09Z</dcterms:modified>
</cp:coreProperties>
</file>